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0" r:id="rId3"/>
    <p:sldId id="261" r:id="rId4"/>
    <p:sldId id="257" r:id="rId5"/>
    <p:sldId id="256" r:id="rId6"/>
    <p:sldId id="264" r:id="rId7"/>
    <p:sldId id="263" r:id="rId8"/>
    <p:sldId id="258" r:id="rId9"/>
    <p:sldId id="25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4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BD880E-0678-44CC-BE7F-E0F9B299870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7EFF975-A47E-436A-BF2F-13565D5A3A7F}">
      <dgm:prSet/>
      <dgm:spPr/>
      <dgm:t>
        <a:bodyPr/>
        <a:lstStyle/>
        <a:p>
          <a:r>
            <a:rPr lang="en-US"/>
            <a:t>To predict the student depression using academic, social and personal factor by building a model </a:t>
          </a:r>
        </a:p>
      </dgm:t>
    </dgm:pt>
    <dgm:pt modelId="{5FE3D998-7464-434F-8BC5-9E479A2E53CD}" type="parTrans" cxnId="{0A0514E1-FE28-495D-9DDD-012FADE2A8FF}">
      <dgm:prSet/>
      <dgm:spPr/>
      <dgm:t>
        <a:bodyPr/>
        <a:lstStyle/>
        <a:p>
          <a:endParaRPr lang="en-US"/>
        </a:p>
      </dgm:t>
    </dgm:pt>
    <dgm:pt modelId="{CC3038D9-309E-4A69-8BBE-746CAA34E933}" type="sibTrans" cxnId="{0A0514E1-FE28-495D-9DDD-012FADE2A8FF}">
      <dgm:prSet/>
      <dgm:spPr/>
      <dgm:t>
        <a:bodyPr/>
        <a:lstStyle/>
        <a:p>
          <a:endParaRPr lang="en-US"/>
        </a:p>
      </dgm:t>
    </dgm:pt>
    <dgm:pt modelId="{AB4104C2-A7F7-4AAC-B9AF-DAC15132699C}">
      <dgm:prSet/>
      <dgm:spPr/>
      <dgm:t>
        <a:bodyPr/>
        <a:lstStyle/>
        <a:p>
          <a:r>
            <a:rPr lang="en-AU"/>
            <a:t>Help universities identify the risk student early </a:t>
          </a:r>
          <a:endParaRPr lang="en-US"/>
        </a:p>
      </dgm:t>
    </dgm:pt>
    <dgm:pt modelId="{04CEC383-89E3-4663-9198-5BE9C2948C18}" type="parTrans" cxnId="{5A97D1FB-BD72-4E91-B99F-A404F7412393}">
      <dgm:prSet/>
      <dgm:spPr/>
      <dgm:t>
        <a:bodyPr/>
        <a:lstStyle/>
        <a:p>
          <a:endParaRPr lang="en-US"/>
        </a:p>
      </dgm:t>
    </dgm:pt>
    <dgm:pt modelId="{1DEC3D3D-470A-4519-AAB8-6A6E92728CDA}" type="sibTrans" cxnId="{5A97D1FB-BD72-4E91-B99F-A404F7412393}">
      <dgm:prSet/>
      <dgm:spPr/>
      <dgm:t>
        <a:bodyPr/>
        <a:lstStyle/>
        <a:p>
          <a:endParaRPr lang="en-US"/>
        </a:p>
      </dgm:t>
    </dgm:pt>
    <dgm:pt modelId="{98E6819C-30E2-4132-8107-C6D497668266}">
      <dgm:prSet/>
      <dgm:spPr/>
      <dgm:t>
        <a:bodyPr/>
        <a:lstStyle/>
        <a:p>
          <a:r>
            <a:rPr lang="en-AU"/>
            <a:t>Promote mental health well-being through data driven insights </a:t>
          </a:r>
          <a:endParaRPr lang="en-US"/>
        </a:p>
      </dgm:t>
    </dgm:pt>
    <dgm:pt modelId="{7D0D7B04-3C03-4CF9-B82B-086CE12265DD}" type="parTrans" cxnId="{406D4F95-DAC1-48E0-BB51-FF86D49D0B23}">
      <dgm:prSet/>
      <dgm:spPr/>
      <dgm:t>
        <a:bodyPr/>
        <a:lstStyle/>
        <a:p>
          <a:endParaRPr lang="en-US"/>
        </a:p>
      </dgm:t>
    </dgm:pt>
    <dgm:pt modelId="{C11DCC27-347B-4EA1-9AF6-63C2820BC109}" type="sibTrans" cxnId="{406D4F95-DAC1-48E0-BB51-FF86D49D0B23}">
      <dgm:prSet/>
      <dgm:spPr/>
      <dgm:t>
        <a:bodyPr/>
        <a:lstStyle/>
        <a:p>
          <a:endParaRPr lang="en-US"/>
        </a:p>
      </dgm:t>
    </dgm:pt>
    <dgm:pt modelId="{0CC29310-86BD-43E3-AB93-8166C23CA128}" type="pres">
      <dgm:prSet presAssocID="{79BD880E-0678-44CC-BE7F-E0F9B299870C}" presName="root" presStyleCnt="0">
        <dgm:presLayoutVars>
          <dgm:dir/>
          <dgm:resizeHandles val="exact"/>
        </dgm:presLayoutVars>
      </dgm:prSet>
      <dgm:spPr/>
    </dgm:pt>
    <dgm:pt modelId="{C1D66681-3734-40DB-960E-11C1EFA9B408}" type="pres">
      <dgm:prSet presAssocID="{79BD880E-0678-44CC-BE7F-E0F9B299870C}" presName="container" presStyleCnt="0">
        <dgm:presLayoutVars>
          <dgm:dir/>
          <dgm:resizeHandles val="exact"/>
        </dgm:presLayoutVars>
      </dgm:prSet>
      <dgm:spPr/>
    </dgm:pt>
    <dgm:pt modelId="{218A2ACC-8434-4982-9BBB-64DA3BB6FA77}" type="pres">
      <dgm:prSet presAssocID="{97EFF975-A47E-436A-BF2F-13565D5A3A7F}" presName="compNode" presStyleCnt="0"/>
      <dgm:spPr/>
    </dgm:pt>
    <dgm:pt modelId="{F8ABC937-38F2-4DC7-8BA0-B569A1DD34EA}" type="pres">
      <dgm:prSet presAssocID="{97EFF975-A47E-436A-BF2F-13565D5A3A7F}" presName="iconBgRect" presStyleLbl="bgShp" presStyleIdx="0" presStyleCnt="3"/>
      <dgm:spPr/>
    </dgm:pt>
    <dgm:pt modelId="{0503A9B7-DA79-4B73-97B5-8AF60BA2AB4C}" type="pres">
      <dgm:prSet presAssocID="{97EFF975-A47E-436A-BF2F-13565D5A3A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A2B70916-762C-448D-B668-4DBEAF35E7B3}" type="pres">
      <dgm:prSet presAssocID="{97EFF975-A47E-436A-BF2F-13565D5A3A7F}" presName="spaceRect" presStyleCnt="0"/>
      <dgm:spPr/>
    </dgm:pt>
    <dgm:pt modelId="{20771539-70D1-42F2-B7D3-6E4B9BEA25BB}" type="pres">
      <dgm:prSet presAssocID="{97EFF975-A47E-436A-BF2F-13565D5A3A7F}" presName="textRect" presStyleLbl="revTx" presStyleIdx="0" presStyleCnt="3">
        <dgm:presLayoutVars>
          <dgm:chMax val="1"/>
          <dgm:chPref val="1"/>
        </dgm:presLayoutVars>
      </dgm:prSet>
      <dgm:spPr/>
    </dgm:pt>
    <dgm:pt modelId="{1F1B2B76-742C-400D-B12C-8D55D13B2843}" type="pres">
      <dgm:prSet presAssocID="{CC3038D9-309E-4A69-8BBE-746CAA34E933}" presName="sibTrans" presStyleLbl="sibTrans2D1" presStyleIdx="0" presStyleCnt="0"/>
      <dgm:spPr/>
    </dgm:pt>
    <dgm:pt modelId="{943917C6-2DD9-4038-AFAD-123B8673559A}" type="pres">
      <dgm:prSet presAssocID="{AB4104C2-A7F7-4AAC-B9AF-DAC15132699C}" presName="compNode" presStyleCnt="0"/>
      <dgm:spPr/>
    </dgm:pt>
    <dgm:pt modelId="{4102C058-BA39-46DF-83E8-92F9526918FD}" type="pres">
      <dgm:prSet presAssocID="{AB4104C2-A7F7-4AAC-B9AF-DAC15132699C}" presName="iconBgRect" presStyleLbl="bgShp" presStyleIdx="1" presStyleCnt="3"/>
      <dgm:spPr/>
    </dgm:pt>
    <dgm:pt modelId="{5DAE6A3D-0B21-4156-A664-3FEFCBF8C02B}" type="pres">
      <dgm:prSet presAssocID="{AB4104C2-A7F7-4AAC-B9AF-DAC1513269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770ABBB-C41E-43BC-9CAF-3B80A039F283}" type="pres">
      <dgm:prSet presAssocID="{AB4104C2-A7F7-4AAC-B9AF-DAC15132699C}" presName="spaceRect" presStyleCnt="0"/>
      <dgm:spPr/>
    </dgm:pt>
    <dgm:pt modelId="{936BF882-DD5A-4DEA-B717-84131FFB17B5}" type="pres">
      <dgm:prSet presAssocID="{AB4104C2-A7F7-4AAC-B9AF-DAC15132699C}" presName="textRect" presStyleLbl="revTx" presStyleIdx="1" presStyleCnt="3">
        <dgm:presLayoutVars>
          <dgm:chMax val="1"/>
          <dgm:chPref val="1"/>
        </dgm:presLayoutVars>
      </dgm:prSet>
      <dgm:spPr/>
    </dgm:pt>
    <dgm:pt modelId="{E5A643D1-B9B1-4E08-9319-6176368E7496}" type="pres">
      <dgm:prSet presAssocID="{1DEC3D3D-470A-4519-AAB8-6A6E92728CDA}" presName="sibTrans" presStyleLbl="sibTrans2D1" presStyleIdx="0" presStyleCnt="0"/>
      <dgm:spPr/>
    </dgm:pt>
    <dgm:pt modelId="{3850626F-3DAC-4A0F-A5AD-729A15C46D84}" type="pres">
      <dgm:prSet presAssocID="{98E6819C-30E2-4132-8107-C6D497668266}" presName="compNode" presStyleCnt="0"/>
      <dgm:spPr/>
    </dgm:pt>
    <dgm:pt modelId="{A43EA383-8F0C-4A35-AA8F-79AE6320EC00}" type="pres">
      <dgm:prSet presAssocID="{98E6819C-30E2-4132-8107-C6D497668266}" presName="iconBgRect" presStyleLbl="bgShp" presStyleIdx="2" presStyleCnt="3"/>
      <dgm:spPr/>
    </dgm:pt>
    <dgm:pt modelId="{FA3FB920-855C-45B1-9BAC-11E267646CE2}" type="pres">
      <dgm:prSet presAssocID="{98E6819C-30E2-4132-8107-C6D4976682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977C6EB-A30D-4D98-A929-A3380219DAEC}" type="pres">
      <dgm:prSet presAssocID="{98E6819C-30E2-4132-8107-C6D497668266}" presName="spaceRect" presStyleCnt="0"/>
      <dgm:spPr/>
    </dgm:pt>
    <dgm:pt modelId="{909AD61F-2D1D-44B4-AF97-3096AF466C2F}" type="pres">
      <dgm:prSet presAssocID="{98E6819C-30E2-4132-8107-C6D49766826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F296C2A-8603-4FB9-86BE-D12C65510AAE}" type="presOf" srcId="{79BD880E-0678-44CC-BE7F-E0F9B299870C}" destId="{0CC29310-86BD-43E3-AB93-8166C23CA128}" srcOrd="0" destOrd="0" presId="urn:microsoft.com/office/officeart/2018/2/layout/IconCircleList"/>
    <dgm:cxn modelId="{563D7138-A302-4533-804C-A911D3644B17}" type="presOf" srcId="{97EFF975-A47E-436A-BF2F-13565D5A3A7F}" destId="{20771539-70D1-42F2-B7D3-6E4B9BEA25BB}" srcOrd="0" destOrd="0" presId="urn:microsoft.com/office/officeart/2018/2/layout/IconCircleList"/>
    <dgm:cxn modelId="{A482CA68-18C9-4E40-AE86-2404615B6AC9}" type="presOf" srcId="{98E6819C-30E2-4132-8107-C6D497668266}" destId="{909AD61F-2D1D-44B4-AF97-3096AF466C2F}" srcOrd="0" destOrd="0" presId="urn:microsoft.com/office/officeart/2018/2/layout/IconCircleList"/>
    <dgm:cxn modelId="{E3B9354B-5CC7-4F66-947F-3FEAE9E7DB0C}" type="presOf" srcId="{CC3038D9-309E-4A69-8BBE-746CAA34E933}" destId="{1F1B2B76-742C-400D-B12C-8D55D13B2843}" srcOrd="0" destOrd="0" presId="urn:microsoft.com/office/officeart/2018/2/layout/IconCircleList"/>
    <dgm:cxn modelId="{406D4F95-DAC1-48E0-BB51-FF86D49D0B23}" srcId="{79BD880E-0678-44CC-BE7F-E0F9B299870C}" destId="{98E6819C-30E2-4132-8107-C6D497668266}" srcOrd="2" destOrd="0" parTransId="{7D0D7B04-3C03-4CF9-B82B-086CE12265DD}" sibTransId="{C11DCC27-347B-4EA1-9AF6-63C2820BC109}"/>
    <dgm:cxn modelId="{7CF3AE95-AB4D-42D3-8F10-BAF04F4C600B}" type="presOf" srcId="{1DEC3D3D-470A-4519-AAB8-6A6E92728CDA}" destId="{E5A643D1-B9B1-4E08-9319-6176368E7496}" srcOrd="0" destOrd="0" presId="urn:microsoft.com/office/officeart/2018/2/layout/IconCircleList"/>
    <dgm:cxn modelId="{0A0514E1-FE28-495D-9DDD-012FADE2A8FF}" srcId="{79BD880E-0678-44CC-BE7F-E0F9B299870C}" destId="{97EFF975-A47E-436A-BF2F-13565D5A3A7F}" srcOrd="0" destOrd="0" parTransId="{5FE3D998-7464-434F-8BC5-9E479A2E53CD}" sibTransId="{CC3038D9-309E-4A69-8BBE-746CAA34E933}"/>
    <dgm:cxn modelId="{D76CF5E6-B264-4EF6-8350-009A43A59E0D}" type="presOf" srcId="{AB4104C2-A7F7-4AAC-B9AF-DAC15132699C}" destId="{936BF882-DD5A-4DEA-B717-84131FFB17B5}" srcOrd="0" destOrd="0" presId="urn:microsoft.com/office/officeart/2018/2/layout/IconCircleList"/>
    <dgm:cxn modelId="{5A97D1FB-BD72-4E91-B99F-A404F7412393}" srcId="{79BD880E-0678-44CC-BE7F-E0F9B299870C}" destId="{AB4104C2-A7F7-4AAC-B9AF-DAC15132699C}" srcOrd="1" destOrd="0" parTransId="{04CEC383-89E3-4663-9198-5BE9C2948C18}" sibTransId="{1DEC3D3D-470A-4519-AAB8-6A6E92728CDA}"/>
    <dgm:cxn modelId="{9A282B8D-A868-4443-86FA-63B4505626D4}" type="presParOf" srcId="{0CC29310-86BD-43E3-AB93-8166C23CA128}" destId="{C1D66681-3734-40DB-960E-11C1EFA9B408}" srcOrd="0" destOrd="0" presId="urn:microsoft.com/office/officeart/2018/2/layout/IconCircleList"/>
    <dgm:cxn modelId="{9754136E-0E6F-4D87-BF52-236DC5632100}" type="presParOf" srcId="{C1D66681-3734-40DB-960E-11C1EFA9B408}" destId="{218A2ACC-8434-4982-9BBB-64DA3BB6FA77}" srcOrd="0" destOrd="0" presId="urn:microsoft.com/office/officeart/2018/2/layout/IconCircleList"/>
    <dgm:cxn modelId="{C796B574-1B5A-41FE-A9C6-FD3DACD35525}" type="presParOf" srcId="{218A2ACC-8434-4982-9BBB-64DA3BB6FA77}" destId="{F8ABC937-38F2-4DC7-8BA0-B569A1DD34EA}" srcOrd="0" destOrd="0" presId="urn:microsoft.com/office/officeart/2018/2/layout/IconCircleList"/>
    <dgm:cxn modelId="{65BC7535-5427-4371-B6E1-0EC7C300D446}" type="presParOf" srcId="{218A2ACC-8434-4982-9BBB-64DA3BB6FA77}" destId="{0503A9B7-DA79-4B73-97B5-8AF60BA2AB4C}" srcOrd="1" destOrd="0" presId="urn:microsoft.com/office/officeart/2018/2/layout/IconCircleList"/>
    <dgm:cxn modelId="{95E97FCB-6F18-49B1-A714-AA3CACA1FC3F}" type="presParOf" srcId="{218A2ACC-8434-4982-9BBB-64DA3BB6FA77}" destId="{A2B70916-762C-448D-B668-4DBEAF35E7B3}" srcOrd="2" destOrd="0" presId="urn:microsoft.com/office/officeart/2018/2/layout/IconCircleList"/>
    <dgm:cxn modelId="{C10D892A-CF4A-4160-9970-2B17E192D068}" type="presParOf" srcId="{218A2ACC-8434-4982-9BBB-64DA3BB6FA77}" destId="{20771539-70D1-42F2-B7D3-6E4B9BEA25BB}" srcOrd="3" destOrd="0" presId="urn:microsoft.com/office/officeart/2018/2/layout/IconCircleList"/>
    <dgm:cxn modelId="{E651D5A1-5C45-4A54-B7A6-5176A113AEAD}" type="presParOf" srcId="{C1D66681-3734-40DB-960E-11C1EFA9B408}" destId="{1F1B2B76-742C-400D-B12C-8D55D13B2843}" srcOrd="1" destOrd="0" presId="urn:microsoft.com/office/officeart/2018/2/layout/IconCircleList"/>
    <dgm:cxn modelId="{1272D90B-7200-4CAB-A5FF-B7D7B4C91C21}" type="presParOf" srcId="{C1D66681-3734-40DB-960E-11C1EFA9B408}" destId="{943917C6-2DD9-4038-AFAD-123B8673559A}" srcOrd="2" destOrd="0" presId="urn:microsoft.com/office/officeart/2018/2/layout/IconCircleList"/>
    <dgm:cxn modelId="{4A0A3B7E-F0DD-4380-97DB-6E4A25208490}" type="presParOf" srcId="{943917C6-2DD9-4038-AFAD-123B8673559A}" destId="{4102C058-BA39-46DF-83E8-92F9526918FD}" srcOrd="0" destOrd="0" presId="urn:microsoft.com/office/officeart/2018/2/layout/IconCircleList"/>
    <dgm:cxn modelId="{028FD990-1C08-44DC-A58F-BA85B1FF2408}" type="presParOf" srcId="{943917C6-2DD9-4038-AFAD-123B8673559A}" destId="{5DAE6A3D-0B21-4156-A664-3FEFCBF8C02B}" srcOrd="1" destOrd="0" presId="urn:microsoft.com/office/officeart/2018/2/layout/IconCircleList"/>
    <dgm:cxn modelId="{2AA44FF1-8DB5-48D2-BADE-B79D95D539A2}" type="presParOf" srcId="{943917C6-2DD9-4038-AFAD-123B8673559A}" destId="{D770ABBB-C41E-43BC-9CAF-3B80A039F283}" srcOrd="2" destOrd="0" presId="urn:microsoft.com/office/officeart/2018/2/layout/IconCircleList"/>
    <dgm:cxn modelId="{CCB34503-D807-4B08-B1C4-C019FE0B7498}" type="presParOf" srcId="{943917C6-2DD9-4038-AFAD-123B8673559A}" destId="{936BF882-DD5A-4DEA-B717-84131FFB17B5}" srcOrd="3" destOrd="0" presId="urn:microsoft.com/office/officeart/2018/2/layout/IconCircleList"/>
    <dgm:cxn modelId="{C7864C61-E841-4A9A-BCCE-094CE349D588}" type="presParOf" srcId="{C1D66681-3734-40DB-960E-11C1EFA9B408}" destId="{E5A643D1-B9B1-4E08-9319-6176368E7496}" srcOrd="3" destOrd="0" presId="urn:microsoft.com/office/officeart/2018/2/layout/IconCircleList"/>
    <dgm:cxn modelId="{63EAF3EA-DB75-45E3-BF21-9EAF1879B6A9}" type="presParOf" srcId="{C1D66681-3734-40DB-960E-11C1EFA9B408}" destId="{3850626F-3DAC-4A0F-A5AD-729A15C46D84}" srcOrd="4" destOrd="0" presId="urn:microsoft.com/office/officeart/2018/2/layout/IconCircleList"/>
    <dgm:cxn modelId="{BADA8102-CA99-4F40-9735-978CB594D06A}" type="presParOf" srcId="{3850626F-3DAC-4A0F-A5AD-729A15C46D84}" destId="{A43EA383-8F0C-4A35-AA8F-79AE6320EC00}" srcOrd="0" destOrd="0" presId="urn:microsoft.com/office/officeart/2018/2/layout/IconCircleList"/>
    <dgm:cxn modelId="{5D6456A2-29DF-4C80-A289-1EBF0FE033A1}" type="presParOf" srcId="{3850626F-3DAC-4A0F-A5AD-729A15C46D84}" destId="{FA3FB920-855C-45B1-9BAC-11E267646CE2}" srcOrd="1" destOrd="0" presId="urn:microsoft.com/office/officeart/2018/2/layout/IconCircleList"/>
    <dgm:cxn modelId="{1B7FAD7B-0B15-4BC3-95BA-8336763251D8}" type="presParOf" srcId="{3850626F-3DAC-4A0F-A5AD-729A15C46D84}" destId="{C977C6EB-A30D-4D98-A929-A3380219DAEC}" srcOrd="2" destOrd="0" presId="urn:microsoft.com/office/officeart/2018/2/layout/IconCircleList"/>
    <dgm:cxn modelId="{09E51BE4-3710-47AE-9FC4-BD263F0F3E09}" type="presParOf" srcId="{3850626F-3DAC-4A0F-A5AD-729A15C46D84}" destId="{909AD61F-2D1D-44B4-AF97-3096AF466C2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7A43C9-98F9-4B13-AD17-268E4D5F1A9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7F0A9E9-585D-4125-ADBC-AC5C83BA866E}">
      <dgm:prSet/>
      <dgm:spPr/>
      <dgm:t>
        <a:bodyPr/>
        <a:lstStyle/>
        <a:p>
          <a:r>
            <a:rPr lang="en-US"/>
            <a:t>Handling missing data and inconsistent formats</a:t>
          </a:r>
        </a:p>
      </dgm:t>
    </dgm:pt>
    <dgm:pt modelId="{84D1B9E2-52A2-488F-A14C-D503711C515F}" type="parTrans" cxnId="{6D7D46FF-DBE6-47DF-B6BE-9FE114A202AE}">
      <dgm:prSet/>
      <dgm:spPr/>
      <dgm:t>
        <a:bodyPr/>
        <a:lstStyle/>
        <a:p>
          <a:endParaRPr lang="en-US"/>
        </a:p>
      </dgm:t>
    </dgm:pt>
    <dgm:pt modelId="{B1277228-C6FA-4525-9495-861AEA573365}" type="sibTrans" cxnId="{6D7D46FF-DBE6-47DF-B6BE-9FE114A202A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2634506-42B1-4437-B506-7F1E4BC3C717}">
      <dgm:prSet/>
      <dgm:spPr/>
      <dgm:t>
        <a:bodyPr/>
        <a:lstStyle/>
        <a:p>
          <a:r>
            <a:rPr lang="en-AU"/>
            <a:t>Encoding multiple categorical features </a:t>
          </a:r>
          <a:endParaRPr lang="en-US"/>
        </a:p>
      </dgm:t>
    </dgm:pt>
    <dgm:pt modelId="{3E164FFE-9042-4302-8DCB-86C286AACCA2}" type="parTrans" cxnId="{46E04E14-3BDA-4AE2-858E-E26E6472B730}">
      <dgm:prSet/>
      <dgm:spPr/>
      <dgm:t>
        <a:bodyPr/>
        <a:lstStyle/>
        <a:p>
          <a:endParaRPr lang="en-US"/>
        </a:p>
      </dgm:t>
    </dgm:pt>
    <dgm:pt modelId="{0D4AE028-149C-46BE-A6BB-F8654C5E9C14}" type="sibTrans" cxnId="{46E04E14-3BDA-4AE2-858E-E26E6472B73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1E01E03-95BE-4539-BBD1-BD27DE7A95A3}">
      <dgm:prSet/>
      <dgm:spPr/>
      <dgm:t>
        <a:bodyPr/>
        <a:lstStyle/>
        <a:p>
          <a:r>
            <a:rPr lang="en-AU"/>
            <a:t>Avoiding overfitting in Random Forest </a:t>
          </a:r>
          <a:endParaRPr lang="en-US"/>
        </a:p>
      </dgm:t>
    </dgm:pt>
    <dgm:pt modelId="{DE7210F6-0727-435D-A1B5-BA75A7C7F0DC}" type="parTrans" cxnId="{FEF96FB5-E2B8-4C4A-9B34-4128EEE320E6}">
      <dgm:prSet/>
      <dgm:spPr/>
      <dgm:t>
        <a:bodyPr/>
        <a:lstStyle/>
        <a:p>
          <a:endParaRPr lang="en-US"/>
        </a:p>
      </dgm:t>
    </dgm:pt>
    <dgm:pt modelId="{6750B6FD-15E7-49B3-869F-A57C7E8375A1}" type="sibTrans" cxnId="{FEF96FB5-E2B8-4C4A-9B34-4128EEE320E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68DCE5D-C6CA-4FA6-BED8-22F169438F14}">
      <dgm:prSet/>
      <dgm:spPr/>
      <dgm:t>
        <a:bodyPr/>
        <a:lstStyle/>
        <a:p>
          <a:r>
            <a:rPr lang="en-AU"/>
            <a:t>Interpreting evaluation metrics ( ROC and F1)</a:t>
          </a:r>
          <a:endParaRPr lang="en-US"/>
        </a:p>
      </dgm:t>
    </dgm:pt>
    <dgm:pt modelId="{6990F56A-480B-41C4-9191-F34BFE177A77}" type="parTrans" cxnId="{97FF2F2A-A8F9-4BAF-BF42-978B0F7953D0}">
      <dgm:prSet/>
      <dgm:spPr/>
      <dgm:t>
        <a:bodyPr/>
        <a:lstStyle/>
        <a:p>
          <a:endParaRPr lang="en-US"/>
        </a:p>
      </dgm:t>
    </dgm:pt>
    <dgm:pt modelId="{F241B960-90B4-49B1-8A77-89AC6EB62BD4}" type="sibTrans" cxnId="{97FF2F2A-A8F9-4BAF-BF42-978B0F7953D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0697842-6489-4E2C-A484-2A4919AD9167}" type="pres">
      <dgm:prSet presAssocID="{2D7A43C9-98F9-4B13-AD17-268E4D5F1A9C}" presName="Name0" presStyleCnt="0">
        <dgm:presLayoutVars>
          <dgm:animLvl val="lvl"/>
          <dgm:resizeHandles val="exact"/>
        </dgm:presLayoutVars>
      </dgm:prSet>
      <dgm:spPr/>
    </dgm:pt>
    <dgm:pt modelId="{FB39B323-C4A7-4669-B7F3-7EE01B724239}" type="pres">
      <dgm:prSet presAssocID="{47F0A9E9-585D-4125-ADBC-AC5C83BA866E}" presName="compositeNode" presStyleCnt="0">
        <dgm:presLayoutVars>
          <dgm:bulletEnabled val="1"/>
        </dgm:presLayoutVars>
      </dgm:prSet>
      <dgm:spPr/>
    </dgm:pt>
    <dgm:pt modelId="{C97BB352-8C49-442C-B6B6-4A5C6B24A14D}" type="pres">
      <dgm:prSet presAssocID="{47F0A9E9-585D-4125-ADBC-AC5C83BA866E}" presName="bgRect" presStyleLbl="bgAccFollowNode1" presStyleIdx="0" presStyleCnt="4"/>
      <dgm:spPr/>
    </dgm:pt>
    <dgm:pt modelId="{12A5F050-F3D6-4AE6-A526-F432B45633BA}" type="pres">
      <dgm:prSet presAssocID="{B1277228-C6FA-4525-9495-861AEA57336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8645C0C-0112-4145-A362-6131370738C1}" type="pres">
      <dgm:prSet presAssocID="{47F0A9E9-585D-4125-ADBC-AC5C83BA866E}" presName="bottomLine" presStyleLbl="alignNode1" presStyleIdx="1" presStyleCnt="8">
        <dgm:presLayoutVars/>
      </dgm:prSet>
      <dgm:spPr/>
    </dgm:pt>
    <dgm:pt modelId="{E30DD843-2A0B-45A3-9842-F1F90BEA03A0}" type="pres">
      <dgm:prSet presAssocID="{47F0A9E9-585D-4125-ADBC-AC5C83BA866E}" presName="nodeText" presStyleLbl="bgAccFollowNode1" presStyleIdx="0" presStyleCnt="4">
        <dgm:presLayoutVars>
          <dgm:bulletEnabled val="1"/>
        </dgm:presLayoutVars>
      </dgm:prSet>
      <dgm:spPr/>
    </dgm:pt>
    <dgm:pt modelId="{342834DB-B6A8-418E-84E9-B5C630A1F236}" type="pres">
      <dgm:prSet presAssocID="{B1277228-C6FA-4525-9495-861AEA573365}" presName="sibTrans" presStyleCnt="0"/>
      <dgm:spPr/>
    </dgm:pt>
    <dgm:pt modelId="{3ADE609A-C729-4E80-9109-8FF8811B3063}" type="pres">
      <dgm:prSet presAssocID="{32634506-42B1-4437-B506-7F1E4BC3C717}" presName="compositeNode" presStyleCnt="0">
        <dgm:presLayoutVars>
          <dgm:bulletEnabled val="1"/>
        </dgm:presLayoutVars>
      </dgm:prSet>
      <dgm:spPr/>
    </dgm:pt>
    <dgm:pt modelId="{6782289E-8AA2-4632-9B70-79AD627FEE39}" type="pres">
      <dgm:prSet presAssocID="{32634506-42B1-4437-B506-7F1E4BC3C717}" presName="bgRect" presStyleLbl="bgAccFollowNode1" presStyleIdx="1" presStyleCnt="4"/>
      <dgm:spPr/>
    </dgm:pt>
    <dgm:pt modelId="{B2920C0E-799D-42F9-A522-14F4B97A3E14}" type="pres">
      <dgm:prSet presAssocID="{0D4AE028-149C-46BE-A6BB-F8654C5E9C14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EDCDF979-1DE9-444B-9B5F-82D3C3AE51B3}" type="pres">
      <dgm:prSet presAssocID="{32634506-42B1-4437-B506-7F1E4BC3C717}" presName="bottomLine" presStyleLbl="alignNode1" presStyleIdx="3" presStyleCnt="8">
        <dgm:presLayoutVars/>
      </dgm:prSet>
      <dgm:spPr/>
    </dgm:pt>
    <dgm:pt modelId="{084F6241-53C6-4CD4-8412-0BCA03B40427}" type="pres">
      <dgm:prSet presAssocID="{32634506-42B1-4437-B506-7F1E4BC3C717}" presName="nodeText" presStyleLbl="bgAccFollowNode1" presStyleIdx="1" presStyleCnt="4">
        <dgm:presLayoutVars>
          <dgm:bulletEnabled val="1"/>
        </dgm:presLayoutVars>
      </dgm:prSet>
      <dgm:spPr/>
    </dgm:pt>
    <dgm:pt modelId="{793C237F-B2A5-4A48-8677-933C2574419C}" type="pres">
      <dgm:prSet presAssocID="{0D4AE028-149C-46BE-A6BB-F8654C5E9C14}" presName="sibTrans" presStyleCnt="0"/>
      <dgm:spPr/>
    </dgm:pt>
    <dgm:pt modelId="{F021C66E-730F-4244-B48B-C1DEB8FBDCFE}" type="pres">
      <dgm:prSet presAssocID="{21E01E03-95BE-4539-BBD1-BD27DE7A95A3}" presName="compositeNode" presStyleCnt="0">
        <dgm:presLayoutVars>
          <dgm:bulletEnabled val="1"/>
        </dgm:presLayoutVars>
      </dgm:prSet>
      <dgm:spPr/>
    </dgm:pt>
    <dgm:pt modelId="{7BC1D0AC-ECD0-4B5F-ACAA-5675307D8DA2}" type="pres">
      <dgm:prSet presAssocID="{21E01E03-95BE-4539-BBD1-BD27DE7A95A3}" presName="bgRect" presStyleLbl="bgAccFollowNode1" presStyleIdx="2" presStyleCnt="4"/>
      <dgm:spPr/>
    </dgm:pt>
    <dgm:pt modelId="{085E0A11-3965-4E2A-A16E-F2C3D89F4E7C}" type="pres">
      <dgm:prSet presAssocID="{6750B6FD-15E7-49B3-869F-A57C7E8375A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90238999-DDD3-4CEB-8C34-A19DAB3069D9}" type="pres">
      <dgm:prSet presAssocID="{21E01E03-95BE-4539-BBD1-BD27DE7A95A3}" presName="bottomLine" presStyleLbl="alignNode1" presStyleIdx="5" presStyleCnt="8">
        <dgm:presLayoutVars/>
      </dgm:prSet>
      <dgm:spPr/>
    </dgm:pt>
    <dgm:pt modelId="{482F1511-0681-4F23-AE24-1F9BD1EC7D63}" type="pres">
      <dgm:prSet presAssocID="{21E01E03-95BE-4539-BBD1-BD27DE7A95A3}" presName="nodeText" presStyleLbl="bgAccFollowNode1" presStyleIdx="2" presStyleCnt="4">
        <dgm:presLayoutVars>
          <dgm:bulletEnabled val="1"/>
        </dgm:presLayoutVars>
      </dgm:prSet>
      <dgm:spPr/>
    </dgm:pt>
    <dgm:pt modelId="{D957103B-1982-44F0-8A95-CF5B02F9BF5E}" type="pres">
      <dgm:prSet presAssocID="{6750B6FD-15E7-49B3-869F-A57C7E8375A1}" presName="sibTrans" presStyleCnt="0"/>
      <dgm:spPr/>
    </dgm:pt>
    <dgm:pt modelId="{2A0A1D1E-95C1-405C-80AA-2C8162A63BB3}" type="pres">
      <dgm:prSet presAssocID="{268DCE5D-C6CA-4FA6-BED8-22F169438F14}" presName="compositeNode" presStyleCnt="0">
        <dgm:presLayoutVars>
          <dgm:bulletEnabled val="1"/>
        </dgm:presLayoutVars>
      </dgm:prSet>
      <dgm:spPr/>
    </dgm:pt>
    <dgm:pt modelId="{32ECBC9C-F35D-4D3C-99AD-29995E39D163}" type="pres">
      <dgm:prSet presAssocID="{268DCE5D-C6CA-4FA6-BED8-22F169438F14}" presName="bgRect" presStyleLbl="bgAccFollowNode1" presStyleIdx="3" presStyleCnt="4"/>
      <dgm:spPr/>
    </dgm:pt>
    <dgm:pt modelId="{5990E98A-A6A7-4747-AD35-B7BCA1CDC9A7}" type="pres">
      <dgm:prSet presAssocID="{F241B960-90B4-49B1-8A77-89AC6EB62BD4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71BF04B-7198-462E-A3E8-934E26A5A2A4}" type="pres">
      <dgm:prSet presAssocID="{268DCE5D-C6CA-4FA6-BED8-22F169438F14}" presName="bottomLine" presStyleLbl="alignNode1" presStyleIdx="7" presStyleCnt="8">
        <dgm:presLayoutVars/>
      </dgm:prSet>
      <dgm:spPr/>
    </dgm:pt>
    <dgm:pt modelId="{7AD45D7E-D813-4B8E-B9B7-5664925D0014}" type="pres">
      <dgm:prSet presAssocID="{268DCE5D-C6CA-4FA6-BED8-22F169438F1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C1B1201-E95E-453C-AB59-E4088FA95C09}" type="presOf" srcId="{21E01E03-95BE-4539-BBD1-BD27DE7A95A3}" destId="{482F1511-0681-4F23-AE24-1F9BD1EC7D63}" srcOrd="1" destOrd="0" presId="urn:microsoft.com/office/officeart/2016/7/layout/BasicLinearProcessNumbered"/>
    <dgm:cxn modelId="{D4FB4D02-8EB6-473E-95E1-396CAB12A1D1}" type="presOf" srcId="{32634506-42B1-4437-B506-7F1E4BC3C717}" destId="{6782289E-8AA2-4632-9B70-79AD627FEE39}" srcOrd="0" destOrd="0" presId="urn:microsoft.com/office/officeart/2016/7/layout/BasicLinearProcessNumbered"/>
    <dgm:cxn modelId="{46E04E14-3BDA-4AE2-858E-E26E6472B730}" srcId="{2D7A43C9-98F9-4B13-AD17-268E4D5F1A9C}" destId="{32634506-42B1-4437-B506-7F1E4BC3C717}" srcOrd="1" destOrd="0" parTransId="{3E164FFE-9042-4302-8DCB-86C286AACCA2}" sibTransId="{0D4AE028-149C-46BE-A6BB-F8654C5E9C14}"/>
    <dgm:cxn modelId="{37219124-53C7-4B08-9E3E-BA2D8A607FAA}" type="presOf" srcId="{0D4AE028-149C-46BE-A6BB-F8654C5E9C14}" destId="{B2920C0E-799D-42F9-A522-14F4B97A3E14}" srcOrd="0" destOrd="0" presId="urn:microsoft.com/office/officeart/2016/7/layout/BasicLinearProcessNumbered"/>
    <dgm:cxn modelId="{97FF2F2A-A8F9-4BAF-BF42-978B0F7953D0}" srcId="{2D7A43C9-98F9-4B13-AD17-268E4D5F1A9C}" destId="{268DCE5D-C6CA-4FA6-BED8-22F169438F14}" srcOrd="3" destOrd="0" parTransId="{6990F56A-480B-41C4-9191-F34BFE177A77}" sibTransId="{F241B960-90B4-49B1-8A77-89AC6EB62BD4}"/>
    <dgm:cxn modelId="{B1BD465D-7737-4F13-A911-583FB6BDB8E7}" type="presOf" srcId="{F241B960-90B4-49B1-8A77-89AC6EB62BD4}" destId="{5990E98A-A6A7-4747-AD35-B7BCA1CDC9A7}" srcOrd="0" destOrd="0" presId="urn:microsoft.com/office/officeart/2016/7/layout/BasicLinearProcessNumbered"/>
    <dgm:cxn modelId="{702C9682-5AF0-40A0-AB90-11773FBC0A45}" type="presOf" srcId="{21E01E03-95BE-4539-BBD1-BD27DE7A95A3}" destId="{7BC1D0AC-ECD0-4B5F-ACAA-5675307D8DA2}" srcOrd="0" destOrd="0" presId="urn:microsoft.com/office/officeart/2016/7/layout/BasicLinearProcessNumbered"/>
    <dgm:cxn modelId="{5ECA129A-A848-4910-8E19-685A26638F7E}" type="presOf" srcId="{47F0A9E9-585D-4125-ADBC-AC5C83BA866E}" destId="{E30DD843-2A0B-45A3-9842-F1F90BEA03A0}" srcOrd="1" destOrd="0" presId="urn:microsoft.com/office/officeart/2016/7/layout/BasicLinearProcessNumbered"/>
    <dgm:cxn modelId="{FEF96FB5-E2B8-4C4A-9B34-4128EEE320E6}" srcId="{2D7A43C9-98F9-4B13-AD17-268E4D5F1A9C}" destId="{21E01E03-95BE-4539-BBD1-BD27DE7A95A3}" srcOrd="2" destOrd="0" parTransId="{DE7210F6-0727-435D-A1B5-BA75A7C7F0DC}" sibTransId="{6750B6FD-15E7-49B3-869F-A57C7E8375A1}"/>
    <dgm:cxn modelId="{2F079BB5-D375-46D5-9282-F727CBDF72E8}" type="presOf" srcId="{268DCE5D-C6CA-4FA6-BED8-22F169438F14}" destId="{32ECBC9C-F35D-4D3C-99AD-29995E39D163}" srcOrd="0" destOrd="0" presId="urn:microsoft.com/office/officeart/2016/7/layout/BasicLinearProcessNumbered"/>
    <dgm:cxn modelId="{1446D0B7-E9D7-4F03-B1C8-E4081E739AF1}" type="presOf" srcId="{268DCE5D-C6CA-4FA6-BED8-22F169438F14}" destId="{7AD45D7E-D813-4B8E-B9B7-5664925D0014}" srcOrd="1" destOrd="0" presId="urn:microsoft.com/office/officeart/2016/7/layout/BasicLinearProcessNumbered"/>
    <dgm:cxn modelId="{4CF3EDBE-1623-4970-A63B-619C42BEAEA0}" type="presOf" srcId="{47F0A9E9-585D-4125-ADBC-AC5C83BA866E}" destId="{C97BB352-8C49-442C-B6B6-4A5C6B24A14D}" srcOrd="0" destOrd="0" presId="urn:microsoft.com/office/officeart/2016/7/layout/BasicLinearProcessNumbered"/>
    <dgm:cxn modelId="{86CEA3C7-75F0-47D1-9413-933C2433BDF7}" type="presOf" srcId="{2D7A43C9-98F9-4B13-AD17-268E4D5F1A9C}" destId="{70697842-6489-4E2C-A484-2A4919AD9167}" srcOrd="0" destOrd="0" presId="urn:microsoft.com/office/officeart/2016/7/layout/BasicLinearProcessNumbered"/>
    <dgm:cxn modelId="{2AE795CE-3058-42F0-8193-F0E040EEBE1F}" type="presOf" srcId="{B1277228-C6FA-4525-9495-861AEA573365}" destId="{12A5F050-F3D6-4AE6-A526-F432B45633BA}" srcOrd="0" destOrd="0" presId="urn:microsoft.com/office/officeart/2016/7/layout/BasicLinearProcessNumbered"/>
    <dgm:cxn modelId="{72AE78FA-3AEB-497B-906F-3280202BB9AC}" type="presOf" srcId="{6750B6FD-15E7-49B3-869F-A57C7E8375A1}" destId="{085E0A11-3965-4E2A-A16E-F2C3D89F4E7C}" srcOrd="0" destOrd="0" presId="urn:microsoft.com/office/officeart/2016/7/layout/BasicLinearProcessNumbered"/>
    <dgm:cxn modelId="{6D7D46FF-DBE6-47DF-B6BE-9FE114A202AE}" srcId="{2D7A43C9-98F9-4B13-AD17-268E4D5F1A9C}" destId="{47F0A9E9-585D-4125-ADBC-AC5C83BA866E}" srcOrd="0" destOrd="0" parTransId="{84D1B9E2-52A2-488F-A14C-D503711C515F}" sibTransId="{B1277228-C6FA-4525-9495-861AEA573365}"/>
    <dgm:cxn modelId="{B183D8FF-E307-49D8-A3FB-C26A031B50B6}" type="presOf" srcId="{32634506-42B1-4437-B506-7F1E4BC3C717}" destId="{084F6241-53C6-4CD4-8412-0BCA03B40427}" srcOrd="1" destOrd="0" presId="urn:microsoft.com/office/officeart/2016/7/layout/BasicLinearProcessNumbered"/>
    <dgm:cxn modelId="{517096D7-2956-4F4B-8D1D-44A3C233934A}" type="presParOf" srcId="{70697842-6489-4E2C-A484-2A4919AD9167}" destId="{FB39B323-C4A7-4669-B7F3-7EE01B724239}" srcOrd="0" destOrd="0" presId="urn:microsoft.com/office/officeart/2016/7/layout/BasicLinearProcessNumbered"/>
    <dgm:cxn modelId="{E74B0590-C537-4B96-A939-04CEABFCF0EA}" type="presParOf" srcId="{FB39B323-C4A7-4669-B7F3-7EE01B724239}" destId="{C97BB352-8C49-442C-B6B6-4A5C6B24A14D}" srcOrd="0" destOrd="0" presId="urn:microsoft.com/office/officeart/2016/7/layout/BasicLinearProcessNumbered"/>
    <dgm:cxn modelId="{B70400C3-3BE2-47D0-8D79-7B2E9F9D067F}" type="presParOf" srcId="{FB39B323-C4A7-4669-B7F3-7EE01B724239}" destId="{12A5F050-F3D6-4AE6-A526-F432B45633BA}" srcOrd="1" destOrd="0" presId="urn:microsoft.com/office/officeart/2016/7/layout/BasicLinearProcessNumbered"/>
    <dgm:cxn modelId="{6CA3AA2E-F2EF-40F0-8CA4-9957F5C1B595}" type="presParOf" srcId="{FB39B323-C4A7-4669-B7F3-7EE01B724239}" destId="{18645C0C-0112-4145-A362-6131370738C1}" srcOrd="2" destOrd="0" presId="urn:microsoft.com/office/officeart/2016/7/layout/BasicLinearProcessNumbered"/>
    <dgm:cxn modelId="{BEEA47BE-C01A-44B6-8CCB-A538366FD556}" type="presParOf" srcId="{FB39B323-C4A7-4669-B7F3-7EE01B724239}" destId="{E30DD843-2A0B-45A3-9842-F1F90BEA03A0}" srcOrd="3" destOrd="0" presId="urn:microsoft.com/office/officeart/2016/7/layout/BasicLinearProcessNumbered"/>
    <dgm:cxn modelId="{44992D15-159C-4AC4-9C6B-84AB1B6988D1}" type="presParOf" srcId="{70697842-6489-4E2C-A484-2A4919AD9167}" destId="{342834DB-B6A8-418E-84E9-B5C630A1F236}" srcOrd="1" destOrd="0" presId="urn:microsoft.com/office/officeart/2016/7/layout/BasicLinearProcessNumbered"/>
    <dgm:cxn modelId="{51295706-AA11-43C0-8E33-6FDCE7C2E11D}" type="presParOf" srcId="{70697842-6489-4E2C-A484-2A4919AD9167}" destId="{3ADE609A-C729-4E80-9109-8FF8811B3063}" srcOrd="2" destOrd="0" presId="urn:microsoft.com/office/officeart/2016/7/layout/BasicLinearProcessNumbered"/>
    <dgm:cxn modelId="{6CE9C88B-B033-41CC-A135-91B68480BE3B}" type="presParOf" srcId="{3ADE609A-C729-4E80-9109-8FF8811B3063}" destId="{6782289E-8AA2-4632-9B70-79AD627FEE39}" srcOrd="0" destOrd="0" presId="urn:microsoft.com/office/officeart/2016/7/layout/BasicLinearProcessNumbered"/>
    <dgm:cxn modelId="{A31997B0-B532-411E-A686-C91E0537149C}" type="presParOf" srcId="{3ADE609A-C729-4E80-9109-8FF8811B3063}" destId="{B2920C0E-799D-42F9-A522-14F4B97A3E14}" srcOrd="1" destOrd="0" presId="urn:microsoft.com/office/officeart/2016/7/layout/BasicLinearProcessNumbered"/>
    <dgm:cxn modelId="{8426F97D-6A32-4511-B591-C6C0E7EE703C}" type="presParOf" srcId="{3ADE609A-C729-4E80-9109-8FF8811B3063}" destId="{EDCDF979-1DE9-444B-9B5F-82D3C3AE51B3}" srcOrd="2" destOrd="0" presId="urn:microsoft.com/office/officeart/2016/7/layout/BasicLinearProcessNumbered"/>
    <dgm:cxn modelId="{6883B8EF-FCFE-453E-A6EE-CFAF7AE0ED4A}" type="presParOf" srcId="{3ADE609A-C729-4E80-9109-8FF8811B3063}" destId="{084F6241-53C6-4CD4-8412-0BCA03B40427}" srcOrd="3" destOrd="0" presId="urn:microsoft.com/office/officeart/2016/7/layout/BasicLinearProcessNumbered"/>
    <dgm:cxn modelId="{23494EBF-E127-4D29-9D50-6FB58A6C6A18}" type="presParOf" srcId="{70697842-6489-4E2C-A484-2A4919AD9167}" destId="{793C237F-B2A5-4A48-8677-933C2574419C}" srcOrd="3" destOrd="0" presId="urn:microsoft.com/office/officeart/2016/7/layout/BasicLinearProcessNumbered"/>
    <dgm:cxn modelId="{E24555F6-9D20-447C-8A00-DE895BE0FA09}" type="presParOf" srcId="{70697842-6489-4E2C-A484-2A4919AD9167}" destId="{F021C66E-730F-4244-B48B-C1DEB8FBDCFE}" srcOrd="4" destOrd="0" presId="urn:microsoft.com/office/officeart/2016/7/layout/BasicLinearProcessNumbered"/>
    <dgm:cxn modelId="{9EAD4CC6-F22B-4D60-AB59-C2FB660D5B70}" type="presParOf" srcId="{F021C66E-730F-4244-B48B-C1DEB8FBDCFE}" destId="{7BC1D0AC-ECD0-4B5F-ACAA-5675307D8DA2}" srcOrd="0" destOrd="0" presId="urn:microsoft.com/office/officeart/2016/7/layout/BasicLinearProcessNumbered"/>
    <dgm:cxn modelId="{B585AC80-A78B-4D57-8920-3A1E2A851DD6}" type="presParOf" srcId="{F021C66E-730F-4244-B48B-C1DEB8FBDCFE}" destId="{085E0A11-3965-4E2A-A16E-F2C3D89F4E7C}" srcOrd="1" destOrd="0" presId="urn:microsoft.com/office/officeart/2016/7/layout/BasicLinearProcessNumbered"/>
    <dgm:cxn modelId="{FF3BC998-FC10-4D38-A5E6-8E7218D00CC4}" type="presParOf" srcId="{F021C66E-730F-4244-B48B-C1DEB8FBDCFE}" destId="{90238999-DDD3-4CEB-8C34-A19DAB3069D9}" srcOrd="2" destOrd="0" presId="urn:microsoft.com/office/officeart/2016/7/layout/BasicLinearProcessNumbered"/>
    <dgm:cxn modelId="{A19A46D5-90F7-4938-ACFA-E8601ECA4702}" type="presParOf" srcId="{F021C66E-730F-4244-B48B-C1DEB8FBDCFE}" destId="{482F1511-0681-4F23-AE24-1F9BD1EC7D63}" srcOrd="3" destOrd="0" presId="urn:microsoft.com/office/officeart/2016/7/layout/BasicLinearProcessNumbered"/>
    <dgm:cxn modelId="{FD20D04F-349C-4694-A3F2-79828E321E84}" type="presParOf" srcId="{70697842-6489-4E2C-A484-2A4919AD9167}" destId="{D957103B-1982-44F0-8A95-CF5B02F9BF5E}" srcOrd="5" destOrd="0" presId="urn:microsoft.com/office/officeart/2016/7/layout/BasicLinearProcessNumbered"/>
    <dgm:cxn modelId="{EF475AFE-60E5-4E48-8A43-FB483E13EB4B}" type="presParOf" srcId="{70697842-6489-4E2C-A484-2A4919AD9167}" destId="{2A0A1D1E-95C1-405C-80AA-2C8162A63BB3}" srcOrd="6" destOrd="0" presId="urn:microsoft.com/office/officeart/2016/7/layout/BasicLinearProcessNumbered"/>
    <dgm:cxn modelId="{B0ECFA9F-AA15-4F27-81AB-7F9F907879ED}" type="presParOf" srcId="{2A0A1D1E-95C1-405C-80AA-2C8162A63BB3}" destId="{32ECBC9C-F35D-4D3C-99AD-29995E39D163}" srcOrd="0" destOrd="0" presId="urn:microsoft.com/office/officeart/2016/7/layout/BasicLinearProcessNumbered"/>
    <dgm:cxn modelId="{EDAAE6B9-5775-40A0-B780-5875CD80D9B1}" type="presParOf" srcId="{2A0A1D1E-95C1-405C-80AA-2C8162A63BB3}" destId="{5990E98A-A6A7-4747-AD35-B7BCA1CDC9A7}" srcOrd="1" destOrd="0" presId="urn:microsoft.com/office/officeart/2016/7/layout/BasicLinearProcessNumbered"/>
    <dgm:cxn modelId="{AC954D64-0E83-48F6-9C98-79E6E6137F04}" type="presParOf" srcId="{2A0A1D1E-95C1-405C-80AA-2C8162A63BB3}" destId="{771BF04B-7198-462E-A3E8-934E26A5A2A4}" srcOrd="2" destOrd="0" presId="urn:microsoft.com/office/officeart/2016/7/layout/BasicLinearProcessNumbered"/>
    <dgm:cxn modelId="{499EEA9A-4FA9-45CC-B0AC-F3F13C60AC35}" type="presParOf" srcId="{2A0A1D1E-95C1-405C-80AA-2C8162A63BB3}" destId="{7AD45D7E-D813-4B8E-B9B7-5664925D001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ADB75C-7E79-44BA-BDE6-9DDC765C174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22B7F45-3402-4986-85BE-53CF817FEBFE}">
      <dgm:prSet/>
      <dgm:spPr/>
      <dgm:t>
        <a:bodyPr/>
        <a:lstStyle/>
        <a:p>
          <a:r>
            <a:rPr lang="en-US" b="1"/>
            <a:t>Benefits </a:t>
          </a:r>
          <a:endParaRPr lang="en-US"/>
        </a:p>
      </dgm:t>
    </dgm:pt>
    <dgm:pt modelId="{1CB3A809-8D45-427D-91F5-7E96AE1991B2}" type="parTrans" cxnId="{3D3277A3-6FF8-4316-A27A-F64561A2BFFE}">
      <dgm:prSet/>
      <dgm:spPr/>
      <dgm:t>
        <a:bodyPr/>
        <a:lstStyle/>
        <a:p>
          <a:endParaRPr lang="en-US"/>
        </a:p>
      </dgm:t>
    </dgm:pt>
    <dgm:pt modelId="{A9E4BC15-2D37-4C5D-9D11-A295ED9E5564}" type="sibTrans" cxnId="{3D3277A3-6FF8-4316-A27A-F64561A2BFFE}">
      <dgm:prSet/>
      <dgm:spPr/>
      <dgm:t>
        <a:bodyPr/>
        <a:lstStyle/>
        <a:p>
          <a:endParaRPr lang="en-US"/>
        </a:p>
      </dgm:t>
    </dgm:pt>
    <dgm:pt modelId="{5A8D2F3A-9579-4657-9BEC-964A7212F027}">
      <dgm:prSet/>
      <dgm:spPr/>
      <dgm:t>
        <a:bodyPr/>
        <a:lstStyle/>
        <a:p>
          <a:r>
            <a:rPr lang="en-US" dirty="0"/>
            <a:t>Logistic Regression gives the strong accuracy of 84.6</a:t>
          </a:r>
          <a:r>
            <a:rPr lang="en-AU" dirty="0"/>
            <a:t>% with easy interpretation </a:t>
          </a:r>
          <a:endParaRPr lang="en-US" dirty="0"/>
        </a:p>
      </dgm:t>
    </dgm:pt>
    <dgm:pt modelId="{02DB47F6-6C8D-40AB-91C4-8F5FCA069939}" type="parTrans" cxnId="{D9171378-89ED-4784-A7C8-B7BA5CC24C98}">
      <dgm:prSet/>
      <dgm:spPr/>
      <dgm:t>
        <a:bodyPr/>
        <a:lstStyle/>
        <a:p>
          <a:endParaRPr lang="en-US"/>
        </a:p>
      </dgm:t>
    </dgm:pt>
    <dgm:pt modelId="{08FD0C89-D3DF-471D-B319-0CAF11D55B16}" type="sibTrans" cxnId="{D9171378-89ED-4784-A7C8-B7BA5CC24C98}">
      <dgm:prSet/>
      <dgm:spPr/>
      <dgm:t>
        <a:bodyPr/>
        <a:lstStyle/>
        <a:p>
          <a:endParaRPr lang="en-US"/>
        </a:p>
      </dgm:t>
    </dgm:pt>
    <dgm:pt modelId="{8FB40D62-1894-4BAD-938E-4355AC49C8BE}">
      <dgm:prSet/>
      <dgm:spPr/>
      <dgm:t>
        <a:bodyPr/>
        <a:lstStyle/>
        <a:p>
          <a:r>
            <a:rPr lang="en-AU"/>
            <a:t>Model identifies the key risk factors that is useful for the universities </a:t>
          </a:r>
          <a:endParaRPr lang="en-US"/>
        </a:p>
      </dgm:t>
    </dgm:pt>
    <dgm:pt modelId="{4505B4B5-F92F-4E70-8289-4036F0BF2161}" type="parTrans" cxnId="{3363CEE8-E2A9-41F5-9015-BFC9E19972B8}">
      <dgm:prSet/>
      <dgm:spPr/>
      <dgm:t>
        <a:bodyPr/>
        <a:lstStyle/>
        <a:p>
          <a:endParaRPr lang="en-US"/>
        </a:p>
      </dgm:t>
    </dgm:pt>
    <dgm:pt modelId="{DE7437C3-A2C1-46E3-9481-0B7BA5D3CBC9}" type="sibTrans" cxnId="{3363CEE8-E2A9-41F5-9015-BFC9E19972B8}">
      <dgm:prSet/>
      <dgm:spPr/>
      <dgm:t>
        <a:bodyPr/>
        <a:lstStyle/>
        <a:p>
          <a:endParaRPr lang="en-US"/>
        </a:p>
      </dgm:t>
    </dgm:pt>
    <dgm:pt modelId="{4F5EB01B-BB6F-499E-A533-5D4C04037076}">
      <dgm:prSet/>
      <dgm:spPr/>
      <dgm:t>
        <a:bodyPr/>
        <a:lstStyle/>
        <a:p>
          <a:r>
            <a:rPr lang="en-AU"/>
            <a:t>Supports the early intervention and awareness of mental health issues. </a:t>
          </a:r>
          <a:endParaRPr lang="en-US"/>
        </a:p>
      </dgm:t>
    </dgm:pt>
    <dgm:pt modelId="{5F694D95-CEE2-4F68-A4CD-12C761B802DF}" type="parTrans" cxnId="{94C669A0-163F-4393-AA1C-86FFEDA6DA53}">
      <dgm:prSet/>
      <dgm:spPr/>
      <dgm:t>
        <a:bodyPr/>
        <a:lstStyle/>
        <a:p>
          <a:endParaRPr lang="en-US"/>
        </a:p>
      </dgm:t>
    </dgm:pt>
    <dgm:pt modelId="{3D40205F-BA89-46F0-895D-2DBD0B085B1F}" type="sibTrans" cxnId="{94C669A0-163F-4393-AA1C-86FFEDA6DA53}">
      <dgm:prSet/>
      <dgm:spPr/>
      <dgm:t>
        <a:bodyPr/>
        <a:lstStyle/>
        <a:p>
          <a:endParaRPr lang="en-US"/>
        </a:p>
      </dgm:t>
    </dgm:pt>
    <dgm:pt modelId="{A3F41CE7-63FB-4A84-813C-8EC2DE0DA389}">
      <dgm:prSet/>
      <dgm:spPr/>
      <dgm:t>
        <a:bodyPr/>
        <a:lstStyle/>
        <a:p>
          <a:r>
            <a:rPr lang="en-AU" b="1"/>
            <a:t>Limitations</a:t>
          </a:r>
          <a:r>
            <a:rPr lang="en-AU"/>
            <a:t> </a:t>
          </a:r>
          <a:endParaRPr lang="en-US"/>
        </a:p>
      </dgm:t>
    </dgm:pt>
    <dgm:pt modelId="{9CCBA24B-AC42-4A6D-B649-90D694A85DBA}" type="parTrans" cxnId="{9E5A03CF-4986-4CAF-9F93-ECD18507BFE4}">
      <dgm:prSet/>
      <dgm:spPr/>
      <dgm:t>
        <a:bodyPr/>
        <a:lstStyle/>
        <a:p>
          <a:endParaRPr lang="en-US"/>
        </a:p>
      </dgm:t>
    </dgm:pt>
    <dgm:pt modelId="{B5869275-F7E7-4DE0-AAB8-2E4A2E1EECC0}" type="sibTrans" cxnId="{9E5A03CF-4986-4CAF-9F93-ECD18507BFE4}">
      <dgm:prSet/>
      <dgm:spPr/>
      <dgm:t>
        <a:bodyPr/>
        <a:lstStyle/>
        <a:p>
          <a:endParaRPr lang="en-US"/>
        </a:p>
      </dgm:t>
    </dgm:pt>
    <dgm:pt modelId="{A48A3449-CABA-4724-BBAE-1B2D1242CE16}">
      <dgm:prSet/>
      <dgm:spPr/>
      <dgm:t>
        <a:bodyPr/>
        <a:lstStyle/>
        <a:p>
          <a:r>
            <a:rPr lang="en-AU"/>
            <a:t>Self-reported dataset, responses may be biased </a:t>
          </a:r>
          <a:endParaRPr lang="en-US"/>
        </a:p>
      </dgm:t>
    </dgm:pt>
    <dgm:pt modelId="{F6DBFDD0-27B9-44A8-8E31-4E2CDC27B1C0}" type="parTrans" cxnId="{B2E92D47-0338-45DF-9B06-219665FB3BEA}">
      <dgm:prSet/>
      <dgm:spPr/>
      <dgm:t>
        <a:bodyPr/>
        <a:lstStyle/>
        <a:p>
          <a:endParaRPr lang="en-US"/>
        </a:p>
      </dgm:t>
    </dgm:pt>
    <dgm:pt modelId="{9F996511-68B7-4A87-993D-5BE08EB35585}" type="sibTrans" cxnId="{B2E92D47-0338-45DF-9B06-219665FB3BEA}">
      <dgm:prSet/>
      <dgm:spPr/>
      <dgm:t>
        <a:bodyPr/>
        <a:lstStyle/>
        <a:p>
          <a:endParaRPr lang="en-US"/>
        </a:p>
      </dgm:t>
    </dgm:pt>
    <dgm:pt modelId="{3E57720C-F31B-4904-BCDA-BD0A5837E047}">
      <dgm:prSet/>
      <dgm:spPr/>
      <dgm:t>
        <a:bodyPr/>
        <a:lstStyle/>
        <a:p>
          <a:r>
            <a:rPr lang="en-AU"/>
            <a:t>Limited with demographic and academic factors </a:t>
          </a:r>
          <a:endParaRPr lang="en-US"/>
        </a:p>
      </dgm:t>
    </dgm:pt>
    <dgm:pt modelId="{9091ED66-AB6A-47C6-AD0B-9FD85CC6EFE4}" type="parTrans" cxnId="{4F58FF39-C753-42AC-AC04-5449375911A9}">
      <dgm:prSet/>
      <dgm:spPr/>
      <dgm:t>
        <a:bodyPr/>
        <a:lstStyle/>
        <a:p>
          <a:endParaRPr lang="en-US"/>
        </a:p>
      </dgm:t>
    </dgm:pt>
    <dgm:pt modelId="{E61C99AB-EEA5-40FE-8271-EF7C3F0BFFE9}" type="sibTrans" cxnId="{4F58FF39-C753-42AC-AC04-5449375911A9}">
      <dgm:prSet/>
      <dgm:spPr/>
      <dgm:t>
        <a:bodyPr/>
        <a:lstStyle/>
        <a:p>
          <a:endParaRPr lang="en-US"/>
        </a:p>
      </dgm:t>
    </dgm:pt>
    <dgm:pt modelId="{E20ED1C3-D1F6-4ADB-BCAA-63BDD354931F}">
      <dgm:prSet/>
      <dgm:spPr/>
      <dgm:t>
        <a:bodyPr/>
        <a:lstStyle/>
        <a:p>
          <a:r>
            <a:rPr lang="en-AU"/>
            <a:t>Models predict correlation, not actual causation</a:t>
          </a:r>
          <a:endParaRPr lang="en-US"/>
        </a:p>
      </dgm:t>
    </dgm:pt>
    <dgm:pt modelId="{1C362912-C3C0-4AA3-BE6D-BBAA86DE7218}" type="parTrans" cxnId="{26E8182A-50D8-4CE4-8A1B-59212624C5BC}">
      <dgm:prSet/>
      <dgm:spPr/>
      <dgm:t>
        <a:bodyPr/>
        <a:lstStyle/>
        <a:p>
          <a:endParaRPr lang="en-US"/>
        </a:p>
      </dgm:t>
    </dgm:pt>
    <dgm:pt modelId="{DE5E3580-6829-4A3A-A446-04B2D9C6EFCB}" type="sibTrans" cxnId="{26E8182A-50D8-4CE4-8A1B-59212624C5BC}">
      <dgm:prSet/>
      <dgm:spPr/>
      <dgm:t>
        <a:bodyPr/>
        <a:lstStyle/>
        <a:p>
          <a:endParaRPr lang="en-US"/>
        </a:p>
      </dgm:t>
    </dgm:pt>
    <dgm:pt modelId="{B0E575D8-5A59-4E65-9E85-3AD57073D223}" type="pres">
      <dgm:prSet presAssocID="{17ADB75C-7E79-44BA-BDE6-9DDC765C1749}" presName="diagram" presStyleCnt="0">
        <dgm:presLayoutVars>
          <dgm:dir/>
          <dgm:resizeHandles val="exact"/>
        </dgm:presLayoutVars>
      </dgm:prSet>
      <dgm:spPr/>
    </dgm:pt>
    <dgm:pt modelId="{D2B74111-52D8-4B1D-A1DA-BEE8B1123ED6}" type="pres">
      <dgm:prSet presAssocID="{822B7F45-3402-4986-85BE-53CF817FEBFE}" presName="node" presStyleLbl="node1" presStyleIdx="0" presStyleCnt="8">
        <dgm:presLayoutVars>
          <dgm:bulletEnabled val="1"/>
        </dgm:presLayoutVars>
      </dgm:prSet>
      <dgm:spPr/>
    </dgm:pt>
    <dgm:pt modelId="{0D6468FD-D0CA-4E1F-8AB2-968C80603E14}" type="pres">
      <dgm:prSet presAssocID="{A9E4BC15-2D37-4C5D-9D11-A295ED9E5564}" presName="sibTrans" presStyleCnt="0"/>
      <dgm:spPr/>
    </dgm:pt>
    <dgm:pt modelId="{41303AA2-A18C-408A-BF9D-EF08E051C865}" type="pres">
      <dgm:prSet presAssocID="{5A8D2F3A-9579-4657-9BEC-964A7212F027}" presName="node" presStyleLbl="node1" presStyleIdx="1" presStyleCnt="8">
        <dgm:presLayoutVars>
          <dgm:bulletEnabled val="1"/>
        </dgm:presLayoutVars>
      </dgm:prSet>
      <dgm:spPr/>
    </dgm:pt>
    <dgm:pt modelId="{F74B7973-8F5E-4B40-8D44-8831AC1888D6}" type="pres">
      <dgm:prSet presAssocID="{08FD0C89-D3DF-471D-B319-0CAF11D55B16}" presName="sibTrans" presStyleCnt="0"/>
      <dgm:spPr/>
    </dgm:pt>
    <dgm:pt modelId="{138563CB-8B93-4EAD-854A-2B5791862238}" type="pres">
      <dgm:prSet presAssocID="{8FB40D62-1894-4BAD-938E-4355AC49C8BE}" presName="node" presStyleLbl="node1" presStyleIdx="2" presStyleCnt="8">
        <dgm:presLayoutVars>
          <dgm:bulletEnabled val="1"/>
        </dgm:presLayoutVars>
      </dgm:prSet>
      <dgm:spPr/>
    </dgm:pt>
    <dgm:pt modelId="{D024389D-9D58-4F9C-9963-7F1CB9E65DBA}" type="pres">
      <dgm:prSet presAssocID="{DE7437C3-A2C1-46E3-9481-0B7BA5D3CBC9}" presName="sibTrans" presStyleCnt="0"/>
      <dgm:spPr/>
    </dgm:pt>
    <dgm:pt modelId="{6384DACF-ADE4-4A3A-B5BD-42AFAED8D94D}" type="pres">
      <dgm:prSet presAssocID="{4F5EB01B-BB6F-499E-A533-5D4C04037076}" presName="node" presStyleLbl="node1" presStyleIdx="3" presStyleCnt="8">
        <dgm:presLayoutVars>
          <dgm:bulletEnabled val="1"/>
        </dgm:presLayoutVars>
      </dgm:prSet>
      <dgm:spPr/>
    </dgm:pt>
    <dgm:pt modelId="{1E5EBBB8-7371-48E0-AAD3-0010C07323CE}" type="pres">
      <dgm:prSet presAssocID="{3D40205F-BA89-46F0-895D-2DBD0B085B1F}" presName="sibTrans" presStyleCnt="0"/>
      <dgm:spPr/>
    </dgm:pt>
    <dgm:pt modelId="{BEDD496C-B192-4A16-9A15-D298A33E593C}" type="pres">
      <dgm:prSet presAssocID="{A3F41CE7-63FB-4A84-813C-8EC2DE0DA389}" presName="node" presStyleLbl="node1" presStyleIdx="4" presStyleCnt="8">
        <dgm:presLayoutVars>
          <dgm:bulletEnabled val="1"/>
        </dgm:presLayoutVars>
      </dgm:prSet>
      <dgm:spPr/>
    </dgm:pt>
    <dgm:pt modelId="{2B89AF89-AB7F-41E7-86FC-EE5D4B6477A8}" type="pres">
      <dgm:prSet presAssocID="{B5869275-F7E7-4DE0-AAB8-2E4A2E1EECC0}" presName="sibTrans" presStyleCnt="0"/>
      <dgm:spPr/>
    </dgm:pt>
    <dgm:pt modelId="{B8B55FC7-87D8-4270-8E9C-A1E258DAA37D}" type="pres">
      <dgm:prSet presAssocID="{A48A3449-CABA-4724-BBAE-1B2D1242CE16}" presName="node" presStyleLbl="node1" presStyleIdx="5" presStyleCnt="8">
        <dgm:presLayoutVars>
          <dgm:bulletEnabled val="1"/>
        </dgm:presLayoutVars>
      </dgm:prSet>
      <dgm:spPr/>
    </dgm:pt>
    <dgm:pt modelId="{4BD73FFE-D619-418C-80CE-EED30650A03A}" type="pres">
      <dgm:prSet presAssocID="{9F996511-68B7-4A87-993D-5BE08EB35585}" presName="sibTrans" presStyleCnt="0"/>
      <dgm:spPr/>
    </dgm:pt>
    <dgm:pt modelId="{F4E556BA-E7EE-4A76-94DE-A0202D7E80E1}" type="pres">
      <dgm:prSet presAssocID="{3E57720C-F31B-4904-BCDA-BD0A5837E047}" presName="node" presStyleLbl="node1" presStyleIdx="6" presStyleCnt="8">
        <dgm:presLayoutVars>
          <dgm:bulletEnabled val="1"/>
        </dgm:presLayoutVars>
      </dgm:prSet>
      <dgm:spPr/>
    </dgm:pt>
    <dgm:pt modelId="{6F673C10-55D5-4A8B-87D2-3B842F84D523}" type="pres">
      <dgm:prSet presAssocID="{E61C99AB-EEA5-40FE-8271-EF7C3F0BFFE9}" presName="sibTrans" presStyleCnt="0"/>
      <dgm:spPr/>
    </dgm:pt>
    <dgm:pt modelId="{12DEFCD5-E4B2-4C4D-9DB0-7C2CD3E1050D}" type="pres">
      <dgm:prSet presAssocID="{E20ED1C3-D1F6-4ADB-BCAA-63BDD354931F}" presName="node" presStyleLbl="node1" presStyleIdx="7" presStyleCnt="8">
        <dgm:presLayoutVars>
          <dgm:bulletEnabled val="1"/>
        </dgm:presLayoutVars>
      </dgm:prSet>
      <dgm:spPr/>
    </dgm:pt>
  </dgm:ptLst>
  <dgm:cxnLst>
    <dgm:cxn modelId="{B6FBC826-E8D6-46CA-AD77-728C9C637D23}" type="presOf" srcId="{3E57720C-F31B-4904-BCDA-BD0A5837E047}" destId="{F4E556BA-E7EE-4A76-94DE-A0202D7E80E1}" srcOrd="0" destOrd="0" presId="urn:microsoft.com/office/officeart/2005/8/layout/default"/>
    <dgm:cxn modelId="{1109B629-60F6-4275-A97C-D4D9EA65EE85}" type="presOf" srcId="{A3F41CE7-63FB-4A84-813C-8EC2DE0DA389}" destId="{BEDD496C-B192-4A16-9A15-D298A33E593C}" srcOrd="0" destOrd="0" presId="urn:microsoft.com/office/officeart/2005/8/layout/default"/>
    <dgm:cxn modelId="{26E8182A-50D8-4CE4-8A1B-59212624C5BC}" srcId="{17ADB75C-7E79-44BA-BDE6-9DDC765C1749}" destId="{E20ED1C3-D1F6-4ADB-BCAA-63BDD354931F}" srcOrd="7" destOrd="0" parTransId="{1C362912-C3C0-4AA3-BE6D-BBAA86DE7218}" sibTransId="{DE5E3580-6829-4A3A-A446-04B2D9C6EFCB}"/>
    <dgm:cxn modelId="{4F58FF39-C753-42AC-AC04-5449375911A9}" srcId="{17ADB75C-7E79-44BA-BDE6-9DDC765C1749}" destId="{3E57720C-F31B-4904-BCDA-BD0A5837E047}" srcOrd="6" destOrd="0" parTransId="{9091ED66-AB6A-47C6-AD0B-9FD85CC6EFE4}" sibTransId="{E61C99AB-EEA5-40FE-8271-EF7C3F0BFFE9}"/>
    <dgm:cxn modelId="{415DBE5B-A681-467B-B99A-A490FA7DC860}" type="presOf" srcId="{17ADB75C-7E79-44BA-BDE6-9DDC765C1749}" destId="{B0E575D8-5A59-4E65-9E85-3AD57073D223}" srcOrd="0" destOrd="0" presId="urn:microsoft.com/office/officeart/2005/8/layout/default"/>
    <dgm:cxn modelId="{49912F5F-E59A-4FAC-B5C8-4DD48ABC59BA}" type="presOf" srcId="{4F5EB01B-BB6F-499E-A533-5D4C04037076}" destId="{6384DACF-ADE4-4A3A-B5BD-42AFAED8D94D}" srcOrd="0" destOrd="0" presId="urn:microsoft.com/office/officeart/2005/8/layout/default"/>
    <dgm:cxn modelId="{14094E45-85E0-4634-B934-9A66264A36B6}" type="presOf" srcId="{822B7F45-3402-4986-85BE-53CF817FEBFE}" destId="{D2B74111-52D8-4B1D-A1DA-BEE8B1123ED6}" srcOrd="0" destOrd="0" presId="urn:microsoft.com/office/officeart/2005/8/layout/default"/>
    <dgm:cxn modelId="{B2E92D47-0338-45DF-9B06-219665FB3BEA}" srcId="{17ADB75C-7E79-44BA-BDE6-9DDC765C1749}" destId="{A48A3449-CABA-4724-BBAE-1B2D1242CE16}" srcOrd="5" destOrd="0" parTransId="{F6DBFDD0-27B9-44A8-8E31-4E2CDC27B1C0}" sibTransId="{9F996511-68B7-4A87-993D-5BE08EB35585}"/>
    <dgm:cxn modelId="{461F094F-F35E-451D-AA17-61B7CA099CFB}" type="presOf" srcId="{A48A3449-CABA-4724-BBAE-1B2D1242CE16}" destId="{B8B55FC7-87D8-4270-8E9C-A1E258DAA37D}" srcOrd="0" destOrd="0" presId="urn:microsoft.com/office/officeart/2005/8/layout/default"/>
    <dgm:cxn modelId="{52DA2D56-76F8-4852-8A41-2AE53B19EE4A}" type="presOf" srcId="{E20ED1C3-D1F6-4ADB-BCAA-63BDD354931F}" destId="{12DEFCD5-E4B2-4C4D-9DB0-7C2CD3E1050D}" srcOrd="0" destOrd="0" presId="urn:microsoft.com/office/officeart/2005/8/layout/default"/>
    <dgm:cxn modelId="{D9171378-89ED-4784-A7C8-B7BA5CC24C98}" srcId="{17ADB75C-7E79-44BA-BDE6-9DDC765C1749}" destId="{5A8D2F3A-9579-4657-9BEC-964A7212F027}" srcOrd="1" destOrd="0" parTransId="{02DB47F6-6C8D-40AB-91C4-8F5FCA069939}" sibTransId="{08FD0C89-D3DF-471D-B319-0CAF11D55B16}"/>
    <dgm:cxn modelId="{2201EB87-1806-4F32-AC20-24C54DFF8224}" type="presOf" srcId="{5A8D2F3A-9579-4657-9BEC-964A7212F027}" destId="{41303AA2-A18C-408A-BF9D-EF08E051C865}" srcOrd="0" destOrd="0" presId="urn:microsoft.com/office/officeart/2005/8/layout/default"/>
    <dgm:cxn modelId="{94C669A0-163F-4393-AA1C-86FFEDA6DA53}" srcId="{17ADB75C-7E79-44BA-BDE6-9DDC765C1749}" destId="{4F5EB01B-BB6F-499E-A533-5D4C04037076}" srcOrd="3" destOrd="0" parTransId="{5F694D95-CEE2-4F68-A4CD-12C761B802DF}" sibTransId="{3D40205F-BA89-46F0-895D-2DBD0B085B1F}"/>
    <dgm:cxn modelId="{3D3277A3-6FF8-4316-A27A-F64561A2BFFE}" srcId="{17ADB75C-7E79-44BA-BDE6-9DDC765C1749}" destId="{822B7F45-3402-4986-85BE-53CF817FEBFE}" srcOrd="0" destOrd="0" parTransId="{1CB3A809-8D45-427D-91F5-7E96AE1991B2}" sibTransId="{A9E4BC15-2D37-4C5D-9D11-A295ED9E5564}"/>
    <dgm:cxn modelId="{1862C9C9-D0C7-4CB4-BB31-93F668F24E81}" type="presOf" srcId="{8FB40D62-1894-4BAD-938E-4355AC49C8BE}" destId="{138563CB-8B93-4EAD-854A-2B5791862238}" srcOrd="0" destOrd="0" presId="urn:microsoft.com/office/officeart/2005/8/layout/default"/>
    <dgm:cxn modelId="{9E5A03CF-4986-4CAF-9F93-ECD18507BFE4}" srcId="{17ADB75C-7E79-44BA-BDE6-9DDC765C1749}" destId="{A3F41CE7-63FB-4A84-813C-8EC2DE0DA389}" srcOrd="4" destOrd="0" parTransId="{9CCBA24B-AC42-4A6D-B649-90D694A85DBA}" sibTransId="{B5869275-F7E7-4DE0-AAB8-2E4A2E1EECC0}"/>
    <dgm:cxn modelId="{3363CEE8-E2A9-41F5-9015-BFC9E19972B8}" srcId="{17ADB75C-7E79-44BA-BDE6-9DDC765C1749}" destId="{8FB40D62-1894-4BAD-938E-4355AC49C8BE}" srcOrd="2" destOrd="0" parTransId="{4505B4B5-F92F-4E70-8289-4036F0BF2161}" sibTransId="{DE7437C3-A2C1-46E3-9481-0B7BA5D3CBC9}"/>
    <dgm:cxn modelId="{9D79A1C7-9420-42B3-A8BB-17AD7EC6D7D7}" type="presParOf" srcId="{B0E575D8-5A59-4E65-9E85-3AD57073D223}" destId="{D2B74111-52D8-4B1D-A1DA-BEE8B1123ED6}" srcOrd="0" destOrd="0" presId="urn:microsoft.com/office/officeart/2005/8/layout/default"/>
    <dgm:cxn modelId="{C9C29FBE-45AC-4E0A-834E-BAF9BC019902}" type="presParOf" srcId="{B0E575D8-5A59-4E65-9E85-3AD57073D223}" destId="{0D6468FD-D0CA-4E1F-8AB2-968C80603E14}" srcOrd="1" destOrd="0" presId="urn:microsoft.com/office/officeart/2005/8/layout/default"/>
    <dgm:cxn modelId="{1C843F0A-93EB-4754-8477-76307F2F8C30}" type="presParOf" srcId="{B0E575D8-5A59-4E65-9E85-3AD57073D223}" destId="{41303AA2-A18C-408A-BF9D-EF08E051C865}" srcOrd="2" destOrd="0" presId="urn:microsoft.com/office/officeart/2005/8/layout/default"/>
    <dgm:cxn modelId="{B3EA59D6-9F7E-44CD-B3F7-5B08D735092C}" type="presParOf" srcId="{B0E575D8-5A59-4E65-9E85-3AD57073D223}" destId="{F74B7973-8F5E-4B40-8D44-8831AC1888D6}" srcOrd="3" destOrd="0" presId="urn:microsoft.com/office/officeart/2005/8/layout/default"/>
    <dgm:cxn modelId="{392937A2-7C10-45E5-8231-0EEE1B360B34}" type="presParOf" srcId="{B0E575D8-5A59-4E65-9E85-3AD57073D223}" destId="{138563CB-8B93-4EAD-854A-2B5791862238}" srcOrd="4" destOrd="0" presId="urn:microsoft.com/office/officeart/2005/8/layout/default"/>
    <dgm:cxn modelId="{5313C6F1-9862-4FC5-9BE9-64D5C680CC8D}" type="presParOf" srcId="{B0E575D8-5A59-4E65-9E85-3AD57073D223}" destId="{D024389D-9D58-4F9C-9963-7F1CB9E65DBA}" srcOrd="5" destOrd="0" presId="urn:microsoft.com/office/officeart/2005/8/layout/default"/>
    <dgm:cxn modelId="{AA09702C-41CF-4F49-8D56-D73361B801DE}" type="presParOf" srcId="{B0E575D8-5A59-4E65-9E85-3AD57073D223}" destId="{6384DACF-ADE4-4A3A-B5BD-42AFAED8D94D}" srcOrd="6" destOrd="0" presId="urn:microsoft.com/office/officeart/2005/8/layout/default"/>
    <dgm:cxn modelId="{F5292A24-9D3C-4E55-A287-3F7A9A5EB461}" type="presParOf" srcId="{B0E575D8-5A59-4E65-9E85-3AD57073D223}" destId="{1E5EBBB8-7371-48E0-AAD3-0010C07323CE}" srcOrd="7" destOrd="0" presId="urn:microsoft.com/office/officeart/2005/8/layout/default"/>
    <dgm:cxn modelId="{B8F6D27F-CEF1-4AFE-A81A-DC790B2B94D2}" type="presParOf" srcId="{B0E575D8-5A59-4E65-9E85-3AD57073D223}" destId="{BEDD496C-B192-4A16-9A15-D298A33E593C}" srcOrd="8" destOrd="0" presId="urn:microsoft.com/office/officeart/2005/8/layout/default"/>
    <dgm:cxn modelId="{6F46F341-E840-4900-9566-A93CC9013AB8}" type="presParOf" srcId="{B0E575D8-5A59-4E65-9E85-3AD57073D223}" destId="{2B89AF89-AB7F-41E7-86FC-EE5D4B6477A8}" srcOrd="9" destOrd="0" presId="urn:microsoft.com/office/officeart/2005/8/layout/default"/>
    <dgm:cxn modelId="{AB9513E3-57B7-4294-864A-00C2B02111A2}" type="presParOf" srcId="{B0E575D8-5A59-4E65-9E85-3AD57073D223}" destId="{B8B55FC7-87D8-4270-8E9C-A1E258DAA37D}" srcOrd="10" destOrd="0" presId="urn:microsoft.com/office/officeart/2005/8/layout/default"/>
    <dgm:cxn modelId="{FF72E306-7E03-4A48-B02E-589699F3BCF9}" type="presParOf" srcId="{B0E575D8-5A59-4E65-9E85-3AD57073D223}" destId="{4BD73FFE-D619-418C-80CE-EED30650A03A}" srcOrd="11" destOrd="0" presId="urn:microsoft.com/office/officeart/2005/8/layout/default"/>
    <dgm:cxn modelId="{011A4570-9721-44AC-BA89-E16D19BB728C}" type="presParOf" srcId="{B0E575D8-5A59-4E65-9E85-3AD57073D223}" destId="{F4E556BA-E7EE-4A76-94DE-A0202D7E80E1}" srcOrd="12" destOrd="0" presId="urn:microsoft.com/office/officeart/2005/8/layout/default"/>
    <dgm:cxn modelId="{B519D2DB-F671-470C-BB1E-29828CF1F11E}" type="presParOf" srcId="{B0E575D8-5A59-4E65-9E85-3AD57073D223}" destId="{6F673C10-55D5-4A8B-87D2-3B842F84D523}" srcOrd="13" destOrd="0" presId="urn:microsoft.com/office/officeart/2005/8/layout/default"/>
    <dgm:cxn modelId="{95E55720-824E-4A33-AD42-C30B1581B29B}" type="presParOf" srcId="{B0E575D8-5A59-4E65-9E85-3AD57073D223}" destId="{12DEFCD5-E4B2-4C4D-9DB0-7C2CD3E1050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4ABDE0-BEAE-4FB1-8160-C1844EC6348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52C589-BE92-49E0-9C97-915BCF506701}">
      <dgm:prSet/>
      <dgm:spPr/>
      <dgm:t>
        <a:bodyPr/>
        <a:lstStyle/>
        <a:p>
          <a:r>
            <a:rPr lang="en-US"/>
            <a:t>ML effectively predict student depression </a:t>
          </a:r>
        </a:p>
      </dgm:t>
    </dgm:pt>
    <dgm:pt modelId="{F1DAF951-BE94-4DBE-95D9-06070357EB41}" type="parTrans" cxnId="{8CFF723C-C931-4F9E-AF31-7B78739B7335}">
      <dgm:prSet/>
      <dgm:spPr/>
      <dgm:t>
        <a:bodyPr/>
        <a:lstStyle/>
        <a:p>
          <a:endParaRPr lang="en-US"/>
        </a:p>
      </dgm:t>
    </dgm:pt>
    <dgm:pt modelId="{EBC86B87-50BF-44F6-914A-AF730C2D2C38}" type="sibTrans" cxnId="{8CFF723C-C931-4F9E-AF31-7B78739B7335}">
      <dgm:prSet/>
      <dgm:spPr/>
      <dgm:t>
        <a:bodyPr/>
        <a:lstStyle/>
        <a:p>
          <a:endParaRPr lang="en-US"/>
        </a:p>
      </dgm:t>
    </dgm:pt>
    <dgm:pt modelId="{A6D67F81-542D-4EF1-AD47-95F76A9FBEC0}">
      <dgm:prSet/>
      <dgm:spPr/>
      <dgm:t>
        <a:bodyPr/>
        <a:lstStyle/>
        <a:p>
          <a:r>
            <a:rPr lang="en-US"/>
            <a:t>Logistic Regression performed best (84.6</a:t>
          </a:r>
          <a:r>
            <a:rPr lang="en-AU"/>
            <a:t>%)</a:t>
          </a:r>
          <a:endParaRPr lang="en-US"/>
        </a:p>
      </dgm:t>
    </dgm:pt>
    <dgm:pt modelId="{554D4652-5458-4507-92FC-088E9B6509B0}" type="parTrans" cxnId="{10B14931-FD48-40A1-A485-8ADE33B126EB}">
      <dgm:prSet/>
      <dgm:spPr/>
      <dgm:t>
        <a:bodyPr/>
        <a:lstStyle/>
        <a:p>
          <a:endParaRPr lang="en-US"/>
        </a:p>
      </dgm:t>
    </dgm:pt>
    <dgm:pt modelId="{144ED0E4-34EF-4B52-9430-2396DFF9C447}" type="sibTrans" cxnId="{10B14931-FD48-40A1-A485-8ADE33B126EB}">
      <dgm:prSet/>
      <dgm:spPr/>
      <dgm:t>
        <a:bodyPr/>
        <a:lstStyle/>
        <a:p>
          <a:endParaRPr lang="en-US"/>
        </a:p>
      </dgm:t>
    </dgm:pt>
    <dgm:pt modelId="{8B37CD56-F234-4E3D-A787-0BA377783732}">
      <dgm:prSet/>
      <dgm:spPr/>
      <dgm:t>
        <a:bodyPr/>
        <a:lstStyle/>
        <a:p>
          <a:r>
            <a:rPr lang="en-AU"/>
            <a:t>Results supports the early mental health interventions </a:t>
          </a:r>
          <a:endParaRPr lang="en-US"/>
        </a:p>
      </dgm:t>
    </dgm:pt>
    <dgm:pt modelId="{4A735A75-9A60-4721-B79B-BCB602B66508}" type="parTrans" cxnId="{35D78F13-7AD1-4909-8686-FC30EFD8B62D}">
      <dgm:prSet/>
      <dgm:spPr/>
      <dgm:t>
        <a:bodyPr/>
        <a:lstStyle/>
        <a:p>
          <a:endParaRPr lang="en-US"/>
        </a:p>
      </dgm:t>
    </dgm:pt>
    <dgm:pt modelId="{11302AB1-7513-4912-8B8E-A7B844DF34ED}" type="sibTrans" cxnId="{35D78F13-7AD1-4909-8686-FC30EFD8B62D}">
      <dgm:prSet/>
      <dgm:spPr/>
      <dgm:t>
        <a:bodyPr/>
        <a:lstStyle/>
        <a:p>
          <a:endParaRPr lang="en-US"/>
        </a:p>
      </dgm:t>
    </dgm:pt>
    <dgm:pt modelId="{4EEFB85D-308F-404D-B672-39A779DB9702}" type="pres">
      <dgm:prSet presAssocID="{364ABDE0-BEAE-4FB1-8160-C1844EC63480}" presName="outerComposite" presStyleCnt="0">
        <dgm:presLayoutVars>
          <dgm:chMax val="5"/>
          <dgm:dir/>
          <dgm:resizeHandles val="exact"/>
        </dgm:presLayoutVars>
      </dgm:prSet>
      <dgm:spPr/>
    </dgm:pt>
    <dgm:pt modelId="{3C56E8FD-B4F5-47B9-9414-8739416390C2}" type="pres">
      <dgm:prSet presAssocID="{364ABDE0-BEAE-4FB1-8160-C1844EC63480}" presName="dummyMaxCanvas" presStyleCnt="0">
        <dgm:presLayoutVars/>
      </dgm:prSet>
      <dgm:spPr/>
    </dgm:pt>
    <dgm:pt modelId="{E65891BE-8C12-44E9-8955-D54729272E5E}" type="pres">
      <dgm:prSet presAssocID="{364ABDE0-BEAE-4FB1-8160-C1844EC63480}" presName="ThreeNodes_1" presStyleLbl="node1" presStyleIdx="0" presStyleCnt="3">
        <dgm:presLayoutVars>
          <dgm:bulletEnabled val="1"/>
        </dgm:presLayoutVars>
      </dgm:prSet>
      <dgm:spPr/>
    </dgm:pt>
    <dgm:pt modelId="{24ED6E98-D641-47C6-A6A2-67FDDB6CC7D0}" type="pres">
      <dgm:prSet presAssocID="{364ABDE0-BEAE-4FB1-8160-C1844EC63480}" presName="ThreeNodes_2" presStyleLbl="node1" presStyleIdx="1" presStyleCnt="3">
        <dgm:presLayoutVars>
          <dgm:bulletEnabled val="1"/>
        </dgm:presLayoutVars>
      </dgm:prSet>
      <dgm:spPr/>
    </dgm:pt>
    <dgm:pt modelId="{4EC2665A-4B41-44E0-A523-58777E6E403F}" type="pres">
      <dgm:prSet presAssocID="{364ABDE0-BEAE-4FB1-8160-C1844EC63480}" presName="ThreeNodes_3" presStyleLbl="node1" presStyleIdx="2" presStyleCnt="3">
        <dgm:presLayoutVars>
          <dgm:bulletEnabled val="1"/>
        </dgm:presLayoutVars>
      </dgm:prSet>
      <dgm:spPr/>
    </dgm:pt>
    <dgm:pt modelId="{A49C5F75-DC53-4806-8521-B59DE94CB3AF}" type="pres">
      <dgm:prSet presAssocID="{364ABDE0-BEAE-4FB1-8160-C1844EC63480}" presName="ThreeConn_1-2" presStyleLbl="fgAccFollowNode1" presStyleIdx="0" presStyleCnt="2">
        <dgm:presLayoutVars>
          <dgm:bulletEnabled val="1"/>
        </dgm:presLayoutVars>
      </dgm:prSet>
      <dgm:spPr/>
    </dgm:pt>
    <dgm:pt modelId="{8762A6A2-7661-41A2-A896-5ABF1922B4D8}" type="pres">
      <dgm:prSet presAssocID="{364ABDE0-BEAE-4FB1-8160-C1844EC63480}" presName="ThreeConn_2-3" presStyleLbl="fgAccFollowNode1" presStyleIdx="1" presStyleCnt="2">
        <dgm:presLayoutVars>
          <dgm:bulletEnabled val="1"/>
        </dgm:presLayoutVars>
      </dgm:prSet>
      <dgm:spPr/>
    </dgm:pt>
    <dgm:pt modelId="{F488DD39-2D2C-47B5-BE41-07A05CE9D503}" type="pres">
      <dgm:prSet presAssocID="{364ABDE0-BEAE-4FB1-8160-C1844EC63480}" presName="ThreeNodes_1_text" presStyleLbl="node1" presStyleIdx="2" presStyleCnt="3">
        <dgm:presLayoutVars>
          <dgm:bulletEnabled val="1"/>
        </dgm:presLayoutVars>
      </dgm:prSet>
      <dgm:spPr/>
    </dgm:pt>
    <dgm:pt modelId="{4C5C89D2-FF02-499A-972B-DFF8AB1253D0}" type="pres">
      <dgm:prSet presAssocID="{364ABDE0-BEAE-4FB1-8160-C1844EC63480}" presName="ThreeNodes_2_text" presStyleLbl="node1" presStyleIdx="2" presStyleCnt="3">
        <dgm:presLayoutVars>
          <dgm:bulletEnabled val="1"/>
        </dgm:presLayoutVars>
      </dgm:prSet>
      <dgm:spPr/>
    </dgm:pt>
    <dgm:pt modelId="{322BC449-E6E5-47BE-8D4B-E01AB8077257}" type="pres">
      <dgm:prSet presAssocID="{364ABDE0-BEAE-4FB1-8160-C1844EC6348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2055706-7A63-4E59-87DD-59F445BFAA2B}" type="presOf" srcId="{5E52C589-BE92-49E0-9C97-915BCF506701}" destId="{F488DD39-2D2C-47B5-BE41-07A05CE9D503}" srcOrd="1" destOrd="0" presId="urn:microsoft.com/office/officeart/2005/8/layout/vProcess5"/>
    <dgm:cxn modelId="{1102B709-5850-4AD1-86DB-821FA266A71C}" type="presOf" srcId="{144ED0E4-34EF-4B52-9430-2396DFF9C447}" destId="{8762A6A2-7661-41A2-A896-5ABF1922B4D8}" srcOrd="0" destOrd="0" presId="urn:microsoft.com/office/officeart/2005/8/layout/vProcess5"/>
    <dgm:cxn modelId="{35D78F13-7AD1-4909-8686-FC30EFD8B62D}" srcId="{364ABDE0-BEAE-4FB1-8160-C1844EC63480}" destId="{8B37CD56-F234-4E3D-A787-0BA377783732}" srcOrd="2" destOrd="0" parTransId="{4A735A75-9A60-4721-B79B-BCB602B66508}" sibTransId="{11302AB1-7513-4912-8B8E-A7B844DF34ED}"/>
    <dgm:cxn modelId="{10B14931-FD48-40A1-A485-8ADE33B126EB}" srcId="{364ABDE0-BEAE-4FB1-8160-C1844EC63480}" destId="{A6D67F81-542D-4EF1-AD47-95F76A9FBEC0}" srcOrd="1" destOrd="0" parTransId="{554D4652-5458-4507-92FC-088E9B6509B0}" sibTransId="{144ED0E4-34EF-4B52-9430-2396DFF9C447}"/>
    <dgm:cxn modelId="{8CFF723C-C931-4F9E-AF31-7B78739B7335}" srcId="{364ABDE0-BEAE-4FB1-8160-C1844EC63480}" destId="{5E52C589-BE92-49E0-9C97-915BCF506701}" srcOrd="0" destOrd="0" parTransId="{F1DAF951-BE94-4DBE-95D9-06070357EB41}" sibTransId="{EBC86B87-50BF-44F6-914A-AF730C2D2C38}"/>
    <dgm:cxn modelId="{A72E0976-5C41-445B-96BE-CFBDEA5047DA}" type="presOf" srcId="{364ABDE0-BEAE-4FB1-8160-C1844EC63480}" destId="{4EEFB85D-308F-404D-B672-39A779DB9702}" srcOrd="0" destOrd="0" presId="urn:microsoft.com/office/officeart/2005/8/layout/vProcess5"/>
    <dgm:cxn modelId="{ED71C087-B010-422E-AE6A-6F5A6AA83FAE}" type="presOf" srcId="{A6D67F81-542D-4EF1-AD47-95F76A9FBEC0}" destId="{4C5C89D2-FF02-499A-972B-DFF8AB1253D0}" srcOrd="1" destOrd="0" presId="urn:microsoft.com/office/officeart/2005/8/layout/vProcess5"/>
    <dgm:cxn modelId="{4E49048E-214E-49C5-B1CD-BD9270A6D562}" type="presOf" srcId="{EBC86B87-50BF-44F6-914A-AF730C2D2C38}" destId="{A49C5F75-DC53-4806-8521-B59DE94CB3AF}" srcOrd="0" destOrd="0" presId="urn:microsoft.com/office/officeart/2005/8/layout/vProcess5"/>
    <dgm:cxn modelId="{E638CCB5-9E6F-43A7-9FD7-5703DD8B9BDE}" type="presOf" srcId="{8B37CD56-F234-4E3D-A787-0BA377783732}" destId="{4EC2665A-4B41-44E0-A523-58777E6E403F}" srcOrd="0" destOrd="0" presId="urn:microsoft.com/office/officeart/2005/8/layout/vProcess5"/>
    <dgm:cxn modelId="{39D7D9C9-A46D-470A-9917-E682040AD125}" type="presOf" srcId="{8B37CD56-F234-4E3D-A787-0BA377783732}" destId="{322BC449-E6E5-47BE-8D4B-E01AB8077257}" srcOrd="1" destOrd="0" presId="urn:microsoft.com/office/officeart/2005/8/layout/vProcess5"/>
    <dgm:cxn modelId="{9AEB29F1-E147-4060-BF14-785A5D365778}" type="presOf" srcId="{5E52C589-BE92-49E0-9C97-915BCF506701}" destId="{E65891BE-8C12-44E9-8955-D54729272E5E}" srcOrd="0" destOrd="0" presId="urn:microsoft.com/office/officeart/2005/8/layout/vProcess5"/>
    <dgm:cxn modelId="{6C6CBCFA-C99C-49CD-97AB-94839E4330CA}" type="presOf" srcId="{A6D67F81-542D-4EF1-AD47-95F76A9FBEC0}" destId="{24ED6E98-D641-47C6-A6A2-67FDDB6CC7D0}" srcOrd="0" destOrd="0" presId="urn:microsoft.com/office/officeart/2005/8/layout/vProcess5"/>
    <dgm:cxn modelId="{759063AB-D536-40B4-879A-AD44184376D2}" type="presParOf" srcId="{4EEFB85D-308F-404D-B672-39A779DB9702}" destId="{3C56E8FD-B4F5-47B9-9414-8739416390C2}" srcOrd="0" destOrd="0" presId="urn:microsoft.com/office/officeart/2005/8/layout/vProcess5"/>
    <dgm:cxn modelId="{D380FDD6-DFF9-4B39-94C7-D799F1E8E852}" type="presParOf" srcId="{4EEFB85D-308F-404D-B672-39A779DB9702}" destId="{E65891BE-8C12-44E9-8955-D54729272E5E}" srcOrd="1" destOrd="0" presId="urn:microsoft.com/office/officeart/2005/8/layout/vProcess5"/>
    <dgm:cxn modelId="{25601E61-FD2A-41BC-99D2-188E055A6A30}" type="presParOf" srcId="{4EEFB85D-308F-404D-B672-39A779DB9702}" destId="{24ED6E98-D641-47C6-A6A2-67FDDB6CC7D0}" srcOrd="2" destOrd="0" presId="urn:microsoft.com/office/officeart/2005/8/layout/vProcess5"/>
    <dgm:cxn modelId="{2B33153D-FFA3-4B30-A06A-69A6CA8A42AD}" type="presParOf" srcId="{4EEFB85D-308F-404D-B672-39A779DB9702}" destId="{4EC2665A-4B41-44E0-A523-58777E6E403F}" srcOrd="3" destOrd="0" presId="urn:microsoft.com/office/officeart/2005/8/layout/vProcess5"/>
    <dgm:cxn modelId="{A201F40E-AD90-4C24-8DEF-4C80CFD0EB82}" type="presParOf" srcId="{4EEFB85D-308F-404D-B672-39A779DB9702}" destId="{A49C5F75-DC53-4806-8521-B59DE94CB3AF}" srcOrd="4" destOrd="0" presId="urn:microsoft.com/office/officeart/2005/8/layout/vProcess5"/>
    <dgm:cxn modelId="{3B7137EF-CC0D-4439-9C12-B643AA84E21E}" type="presParOf" srcId="{4EEFB85D-308F-404D-B672-39A779DB9702}" destId="{8762A6A2-7661-41A2-A896-5ABF1922B4D8}" srcOrd="5" destOrd="0" presId="urn:microsoft.com/office/officeart/2005/8/layout/vProcess5"/>
    <dgm:cxn modelId="{94ED8C77-2873-40EA-AF7F-FF557FA4D637}" type="presParOf" srcId="{4EEFB85D-308F-404D-B672-39A779DB9702}" destId="{F488DD39-2D2C-47B5-BE41-07A05CE9D503}" srcOrd="6" destOrd="0" presId="urn:microsoft.com/office/officeart/2005/8/layout/vProcess5"/>
    <dgm:cxn modelId="{CC31BBA0-8F71-4F3B-890B-2CF697DBB786}" type="presParOf" srcId="{4EEFB85D-308F-404D-B672-39A779DB9702}" destId="{4C5C89D2-FF02-499A-972B-DFF8AB1253D0}" srcOrd="7" destOrd="0" presId="urn:microsoft.com/office/officeart/2005/8/layout/vProcess5"/>
    <dgm:cxn modelId="{D32EBB39-D408-42AD-BD70-4E659F41BC3C}" type="presParOf" srcId="{4EEFB85D-308F-404D-B672-39A779DB9702}" destId="{322BC449-E6E5-47BE-8D4B-E01AB807725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BC937-38F2-4DC7-8BA0-B569A1DD34EA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3A9B7-DA79-4B73-97B5-8AF60BA2AB4C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71539-70D1-42F2-B7D3-6E4B9BEA25BB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predict the student depression using academic, social and personal factor by building a model </a:t>
          </a:r>
        </a:p>
      </dsp:txBody>
      <dsp:txXfrm>
        <a:off x="1312541" y="1640565"/>
        <a:ext cx="2148945" cy="911674"/>
      </dsp:txXfrm>
    </dsp:sp>
    <dsp:sp modelId="{4102C058-BA39-46DF-83E8-92F9526918FD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E6A3D-0B21-4156-A664-3FEFCBF8C02B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BF882-DD5A-4DEA-B717-84131FFB17B5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Help universities identify the risk student early </a:t>
          </a:r>
          <a:endParaRPr lang="en-US" sz="1400" kern="1200"/>
        </a:p>
      </dsp:txBody>
      <dsp:txXfrm>
        <a:off x="4942957" y="1640565"/>
        <a:ext cx="2148945" cy="911674"/>
      </dsp:txXfrm>
    </dsp:sp>
    <dsp:sp modelId="{A43EA383-8F0C-4A35-AA8F-79AE6320EC00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FB920-855C-45B1-9BAC-11E267646CE2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AD61F-2D1D-44B4-AF97-3096AF466C2F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Promote mental health well-being through data driven insights </a:t>
          </a:r>
          <a:endParaRPr lang="en-US" sz="1400" kern="1200"/>
        </a:p>
      </dsp:txBody>
      <dsp:txXfrm>
        <a:off x="8573374" y="1640565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BB352-8C49-442C-B6B6-4A5C6B24A14D}">
      <dsp:nvSpPr>
        <dsp:cNvPr id="0" name=""/>
        <dsp:cNvSpPr/>
      </dsp:nvSpPr>
      <dsp:spPr>
        <a:xfrm>
          <a:off x="3080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Handling missing data and inconsistent formats</a:t>
          </a:r>
        </a:p>
      </dsp:txBody>
      <dsp:txXfrm>
        <a:off x="3080" y="1563836"/>
        <a:ext cx="2444055" cy="2053006"/>
      </dsp:txXfrm>
    </dsp:sp>
    <dsp:sp modelId="{12A5F050-F3D6-4AE6-A526-F432B45633BA}">
      <dsp:nvSpPr>
        <dsp:cNvPr id="0" name=""/>
        <dsp:cNvSpPr/>
      </dsp:nvSpPr>
      <dsp:spPr>
        <a:xfrm>
          <a:off x="711856" y="605766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756094"/>
        <a:ext cx="725847" cy="725847"/>
      </dsp:txXfrm>
    </dsp:sp>
    <dsp:sp modelId="{18645C0C-0112-4145-A362-6131370738C1}">
      <dsp:nvSpPr>
        <dsp:cNvPr id="0" name=""/>
        <dsp:cNvSpPr/>
      </dsp:nvSpPr>
      <dsp:spPr>
        <a:xfrm>
          <a:off x="3080" y="3685204"/>
          <a:ext cx="244405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2289E-8AA2-4632-9B70-79AD627FEE39}">
      <dsp:nvSpPr>
        <dsp:cNvPr id="0" name=""/>
        <dsp:cNvSpPr/>
      </dsp:nvSpPr>
      <dsp:spPr>
        <a:xfrm>
          <a:off x="2691541" y="263599"/>
          <a:ext cx="2444055" cy="34216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Encoding multiple categorical features </a:t>
          </a:r>
          <a:endParaRPr lang="en-US" sz="2200" kern="1200"/>
        </a:p>
      </dsp:txBody>
      <dsp:txXfrm>
        <a:off x="2691541" y="1563836"/>
        <a:ext cx="2444055" cy="2053006"/>
      </dsp:txXfrm>
    </dsp:sp>
    <dsp:sp modelId="{B2920C0E-799D-42F9-A522-14F4B97A3E14}">
      <dsp:nvSpPr>
        <dsp:cNvPr id="0" name=""/>
        <dsp:cNvSpPr/>
      </dsp:nvSpPr>
      <dsp:spPr>
        <a:xfrm>
          <a:off x="3400317" y="605766"/>
          <a:ext cx="1026503" cy="102650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756094"/>
        <a:ext cx="725847" cy="725847"/>
      </dsp:txXfrm>
    </dsp:sp>
    <dsp:sp modelId="{EDCDF979-1DE9-444B-9B5F-82D3C3AE51B3}">
      <dsp:nvSpPr>
        <dsp:cNvPr id="0" name=""/>
        <dsp:cNvSpPr/>
      </dsp:nvSpPr>
      <dsp:spPr>
        <a:xfrm>
          <a:off x="2691541" y="3685204"/>
          <a:ext cx="244405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1D0AC-ECD0-4B5F-ACAA-5675307D8DA2}">
      <dsp:nvSpPr>
        <dsp:cNvPr id="0" name=""/>
        <dsp:cNvSpPr/>
      </dsp:nvSpPr>
      <dsp:spPr>
        <a:xfrm>
          <a:off x="5380002" y="263599"/>
          <a:ext cx="2444055" cy="34216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Avoiding overfitting in Random Forest </a:t>
          </a:r>
          <a:endParaRPr lang="en-US" sz="2200" kern="1200"/>
        </a:p>
      </dsp:txBody>
      <dsp:txXfrm>
        <a:off x="5380002" y="1563836"/>
        <a:ext cx="2444055" cy="2053006"/>
      </dsp:txXfrm>
    </dsp:sp>
    <dsp:sp modelId="{085E0A11-3965-4E2A-A16E-F2C3D89F4E7C}">
      <dsp:nvSpPr>
        <dsp:cNvPr id="0" name=""/>
        <dsp:cNvSpPr/>
      </dsp:nvSpPr>
      <dsp:spPr>
        <a:xfrm>
          <a:off x="6088778" y="605766"/>
          <a:ext cx="1026503" cy="102650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756094"/>
        <a:ext cx="725847" cy="725847"/>
      </dsp:txXfrm>
    </dsp:sp>
    <dsp:sp modelId="{90238999-DDD3-4CEB-8C34-A19DAB3069D9}">
      <dsp:nvSpPr>
        <dsp:cNvPr id="0" name=""/>
        <dsp:cNvSpPr/>
      </dsp:nvSpPr>
      <dsp:spPr>
        <a:xfrm>
          <a:off x="5380002" y="3685204"/>
          <a:ext cx="244405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CBC9C-F35D-4D3C-99AD-29995E39D163}">
      <dsp:nvSpPr>
        <dsp:cNvPr id="0" name=""/>
        <dsp:cNvSpPr/>
      </dsp:nvSpPr>
      <dsp:spPr>
        <a:xfrm>
          <a:off x="8068463" y="263599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Interpreting evaluation metrics ( ROC and F1)</a:t>
          </a:r>
          <a:endParaRPr lang="en-US" sz="2200" kern="1200"/>
        </a:p>
      </dsp:txBody>
      <dsp:txXfrm>
        <a:off x="8068463" y="1563836"/>
        <a:ext cx="2444055" cy="2053006"/>
      </dsp:txXfrm>
    </dsp:sp>
    <dsp:sp modelId="{5990E98A-A6A7-4747-AD35-B7BCA1CDC9A7}">
      <dsp:nvSpPr>
        <dsp:cNvPr id="0" name=""/>
        <dsp:cNvSpPr/>
      </dsp:nvSpPr>
      <dsp:spPr>
        <a:xfrm>
          <a:off x="8777239" y="605766"/>
          <a:ext cx="1026503" cy="10265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756094"/>
        <a:ext cx="725847" cy="725847"/>
      </dsp:txXfrm>
    </dsp:sp>
    <dsp:sp modelId="{771BF04B-7198-462E-A3E8-934E26A5A2A4}">
      <dsp:nvSpPr>
        <dsp:cNvPr id="0" name=""/>
        <dsp:cNvSpPr/>
      </dsp:nvSpPr>
      <dsp:spPr>
        <a:xfrm>
          <a:off x="8068463" y="3685204"/>
          <a:ext cx="2444055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74111-52D8-4B1D-A1DA-BEE8B1123ED6}">
      <dsp:nvSpPr>
        <dsp:cNvPr id="0" name=""/>
        <dsp:cNvSpPr/>
      </dsp:nvSpPr>
      <dsp:spPr>
        <a:xfrm>
          <a:off x="3080" y="38580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Benefits </a:t>
          </a:r>
          <a:endParaRPr lang="en-US" sz="1800" kern="1200"/>
        </a:p>
      </dsp:txBody>
      <dsp:txXfrm>
        <a:off x="3080" y="385801"/>
        <a:ext cx="2444055" cy="1466433"/>
      </dsp:txXfrm>
    </dsp:sp>
    <dsp:sp modelId="{41303AA2-A18C-408A-BF9D-EF08E051C865}">
      <dsp:nvSpPr>
        <dsp:cNvPr id="0" name=""/>
        <dsp:cNvSpPr/>
      </dsp:nvSpPr>
      <dsp:spPr>
        <a:xfrm>
          <a:off x="2691541" y="38580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Logistic Regression gives the strong accuracy of 84.6</a:t>
          </a:r>
          <a:r>
            <a:rPr lang="en-AU" sz="1800" kern="1200" dirty="0"/>
            <a:t>% with easy interpretation </a:t>
          </a:r>
          <a:endParaRPr lang="en-US" sz="1800" kern="1200" dirty="0"/>
        </a:p>
      </dsp:txBody>
      <dsp:txXfrm>
        <a:off x="2691541" y="385801"/>
        <a:ext cx="2444055" cy="1466433"/>
      </dsp:txXfrm>
    </dsp:sp>
    <dsp:sp modelId="{138563CB-8B93-4EAD-854A-2B5791862238}">
      <dsp:nvSpPr>
        <dsp:cNvPr id="0" name=""/>
        <dsp:cNvSpPr/>
      </dsp:nvSpPr>
      <dsp:spPr>
        <a:xfrm>
          <a:off x="5380002" y="38580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Model identifies the key risk factors that is useful for the universities </a:t>
          </a:r>
          <a:endParaRPr lang="en-US" sz="1800" kern="1200"/>
        </a:p>
      </dsp:txBody>
      <dsp:txXfrm>
        <a:off x="5380002" y="385801"/>
        <a:ext cx="2444055" cy="1466433"/>
      </dsp:txXfrm>
    </dsp:sp>
    <dsp:sp modelId="{6384DACF-ADE4-4A3A-B5BD-42AFAED8D94D}">
      <dsp:nvSpPr>
        <dsp:cNvPr id="0" name=""/>
        <dsp:cNvSpPr/>
      </dsp:nvSpPr>
      <dsp:spPr>
        <a:xfrm>
          <a:off x="8068463" y="385801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Supports the early intervention and awareness of mental health issues. </a:t>
          </a:r>
          <a:endParaRPr lang="en-US" sz="1800" kern="1200"/>
        </a:p>
      </dsp:txBody>
      <dsp:txXfrm>
        <a:off x="8068463" y="385801"/>
        <a:ext cx="2444055" cy="1466433"/>
      </dsp:txXfrm>
    </dsp:sp>
    <dsp:sp modelId="{BEDD496C-B192-4A16-9A15-D298A33E593C}">
      <dsp:nvSpPr>
        <dsp:cNvPr id="0" name=""/>
        <dsp:cNvSpPr/>
      </dsp:nvSpPr>
      <dsp:spPr>
        <a:xfrm>
          <a:off x="3080" y="2096640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b="1" kern="1200"/>
            <a:t>Limitations</a:t>
          </a:r>
          <a:r>
            <a:rPr lang="en-AU" sz="1800" kern="1200"/>
            <a:t> </a:t>
          </a:r>
          <a:endParaRPr lang="en-US" sz="1800" kern="1200"/>
        </a:p>
      </dsp:txBody>
      <dsp:txXfrm>
        <a:off x="3080" y="2096640"/>
        <a:ext cx="2444055" cy="1466433"/>
      </dsp:txXfrm>
    </dsp:sp>
    <dsp:sp modelId="{B8B55FC7-87D8-4270-8E9C-A1E258DAA37D}">
      <dsp:nvSpPr>
        <dsp:cNvPr id="0" name=""/>
        <dsp:cNvSpPr/>
      </dsp:nvSpPr>
      <dsp:spPr>
        <a:xfrm>
          <a:off x="2691541" y="2096640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Self-reported dataset, responses may be biased </a:t>
          </a:r>
          <a:endParaRPr lang="en-US" sz="1800" kern="1200"/>
        </a:p>
      </dsp:txBody>
      <dsp:txXfrm>
        <a:off x="2691541" y="2096640"/>
        <a:ext cx="2444055" cy="1466433"/>
      </dsp:txXfrm>
    </dsp:sp>
    <dsp:sp modelId="{F4E556BA-E7EE-4A76-94DE-A0202D7E80E1}">
      <dsp:nvSpPr>
        <dsp:cNvPr id="0" name=""/>
        <dsp:cNvSpPr/>
      </dsp:nvSpPr>
      <dsp:spPr>
        <a:xfrm>
          <a:off x="5380002" y="2096640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Limited with demographic and academic factors </a:t>
          </a:r>
          <a:endParaRPr lang="en-US" sz="1800" kern="1200"/>
        </a:p>
      </dsp:txBody>
      <dsp:txXfrm>
        <a:off x="5380002" y="2096640"/>
        <a:ext cx="2444055" cy="1466433"/>
      </dsp:txXfrm>
    </dsp:sp>
    <dsp:sp modelId="{12DEFCD5-E4B2-4C4D-9DB0-7C2CD3E1050D}">
      <dsp:nvSpPr>
        <dsp:cNvPr id="0" name=""/>
        <dsp:cNvSpPr/>
      </dsp:nvSpPr>
      <dsp:spPr>
        <a:xfrm>
          <a:off x="8068463" y="2096640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/>
            <a:t>Models predict correlation, not actual causation</a:t>
          </a:r>
          <a:endParaRPr lang="en-US" sz="1800" kern="1200"/>
        </a:p>
      </dsp:txBody>
      <dsp:txXfrm>
        <a:off x="8068463" y="2096640"/>
        <a:ext cx="2444055" cy="14664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891BE-8C12-44E9-8955-D54729272E5E}">
      <dsp:nvSpPr>
        <dsp:cNvPr id="0" name=""/>
        <dsp:cNvSpPr/>
      </dsp:nvSpPr>
      <dsp:spPr>
        <a:xfrm>
          <a:off x="0" y="0"/>
          <a:ext cx="9197340" cy="11201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ML effectively predict student depression </a:t>
          </a:r>
        </a:p>
      </dsp:txBody>
      <dsp:txXfrm>
        <a:off x="32808" y="32808"/>
        <a:ext cx="7988621" cy="1054523"/>
      </dsp:txXfrm>
    </dsp:sp>
    <dsp:sp modelId="{24ED6E98-D641-47C6-A6A2-67FDDB6CC7D0}">
      <dsp:nvSpPr>
        <dsp:cNvPr id="0" name=""/>
        <dsp:cNvSpPr/>
      </dsp:nvSpPr>
      <dsp:spPr>
        <a:xfrm>
          <a:off x="811529" y="1306829"/>
          <a:ext cx="9197340" cy="11201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Logistic Regression performed best (84.6</a:t>
          </a:r>
          <a:r>
            <a:rPr lang="en-AU" sz="2900" kern="1200"/>
            <a:t>%)</a:t>
          </a:r>
          <a:endParaRPr lang="en-US" sz="2900" kern="1200"/>
        </a:p>
      </dsp:txBody>
      <dsp:txXfrm>
        <a:off x="844337" y="1339637"/>
        <a:ext cx="7592103" cy="1054523"/>
      </dsp:txXfrm>
    </dsp:sp>
    <dsp:sp modelId="{4EC2665A-4B41-44E0-A523-58777E6E403F}">
      <dsp:nvSpPr>
        <dsp:cNvPr id="0" name=""/>
        <dsp:cNvSpPr/>
      </dsp:nvSpPr>
      <dsp:spPr>
        <a:xfrm>
          <a:off x="1623059" y="2613659"/>
          <a:ext cx="9197340" cy="11201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900" kern="1200"/>
            <a:t>Results supports the early mental health interventions </a:t>
          </a:r>
          <a:endParaRPr lang="en-US" sz="2900" kern="1200"/>
        </a:p>
      </dsp:txBody>
      <dsp:txXfrm>
        <a:off x="1655867" y="2646467"/>
        <a:ext cx="7592103" cy="1054523"/>
      </dsp:txXfrm>
    </dsp:sp>
    <dsp:sp modelId="{A49C5F75-DC53-4806-8521-B59DE94CB3AF}">
      <dsp:nvSpPr>
        <dsp:cNvPr id="0" name=""/>
        <dsp:cNvSpPr/>
      </dsp:nvSpPr>
      <dsp:spPr>
        <a:xfrm>
          <a:off x="8469249" y="849439"/>
          <a:ext cx="728090" cy="72809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633069" y="849439"/>
        <a:ext cx="400450" cy="547888"/>
      </dsp:txXfrm>
    </dsp:sp>
    <dsp:sp modelId="{8762A6A2-7661-41A2-A896-5ABF1922B4D8}">
      <dsp:nvSpPr>
        <dsp:cNvPr id="0" name=""/>
        <dsp:cNvSpPr/>
      </dsp:nvSpPr>
      <dsp:spPr>
        <a:xfrm>
          <a:off x="9280779" y="2148801"/>
          <a:ext cx="728090" cy="72809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444599" y="2148801"/>
        <a:ext cx="400450" cy="547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4641-6B61-989B-7A07-87190F32D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6AF1A-F266-C6D6-BBAC-C5342D5C1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357E0-4273-2367-D22D-D53E0B6A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A697C-B048-3296-A72E-17193B1E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938F-88EE-E541-C533-4895411B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637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1CB8-2F8F-6949-B446-0F5C17C52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0EB0D-846C-BCC2-91D0-C274A438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2F012-6BF1-68DA-67CE-1BD29C90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3A99-2E0F-F7DF-BC93-DA46C1B2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21D4-01FF-5D3D-33B1-574BFC10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92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26BF-4C1A-D169-BA23-86A57FF2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EE540-E808-537C-AF5E-FC356F276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50B95-024E-49EB-8F62-9357DB18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5C4E1-E5BF-53EF-84B0-A673CAA5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5CD58-5465-87E7-1B75-483FA6F7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758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A54E-035D-04A8-5B7A-CF99C570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71CB-39E0-E621-0E04-7BCDB1CFE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98B73-1171-42C5-EF5B-D1D0341F0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2CEB0-62F6-C3C2-2694-3A24BFB0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6169A-1795-7918-DF24-AADDFF9E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52487-A21E-73E6-849F-EB6B5EAC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77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9FF-0BF7-1047-00B2-4E360C2A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52227-CC4D-E308-771B-C23AA52C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9C02B-CDB5-69C2-D819-A966DE970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2EB95-3973-920C-DB6A-CEE024ABC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27045-6676-080B-AF39-5D349DB65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33114-0AA7-13DF-B424-70776CA26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BE60A-F655-80B8-3889-106CC01F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8DC0E-40F0-CF17-1C20-7BE32641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29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732C-ABFB-CF2A-9FAC-9E9AFCE4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F7B27-0D87-9AB8-EE7B-37C3247D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83626-F9F7-47D1-0C27-65BDCC12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5DAF0-363B-1B0B-E109-EF3DF9DA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65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E9FCF-F4A0-5691-4375-D83F1166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4CB29-86F8-9140-7B66-E8B83CA5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775B3-951D-E720-861B-996AA7BC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282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66C2-956F-B0BF-C83D-B063581E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C88B2-4060-773E-93E4-B3A770C41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A2050-E8E1-3FE4-355D-9B71D1646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366AE-33AA-B1FB-D737-A5DB6510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71C70-4147-CF05-909B-07A6D960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B36E5-7213-1EEB-D448-00AD4A7C9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433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FA49-55F7-7B81-85E9-89435F4A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8E9D8-4D69-B090-33E9-7D49C3272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6B63B-65CB-7013-7D60-E2A0758E4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04982-72D3-4862-BDB8-3DE3B75D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3F63E-1236-C814-083A-53B7604F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7BB8-673E-F555-F0FB-54EC3F4E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899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F23B-A85C-F5C9-498B-B2AB30C3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14CE0-8176-E3B1-DE8C-14DBF831E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FE2A-C24D-9D4E-76B3-3927162D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C3F4-B648-5F20-4797-5956BB3C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1FA71-64F7-BD9F-EC33-CDCFC427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7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E988E-BB45-6BD1-45A3-4086EBA03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2B22B-C16F-6B8D-7414-2992CFEB9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5393B-3F68-B720-1E37-7339B01E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B553-43CF-7866-66B8-F6878745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45DD6-E3FE-9CBD-0367-AB0926CA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8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FEB38-B6AC-D986-3A38-EDA3BA9A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1049C-05C2-5951-6A45-1AEF3D947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9B178-6E7D-0511-DC05-A6032C81A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7FCE0-AA1D-423E-AF13-2085EB3413A3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8641D-D9BA-35B9-758C-6946A0AA3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E392A-8FD5-855A-FE21-8CFF6D336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F0918-0D2B-4A20-B90A-B610D4E2B4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917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kist.com/free-photo-vxcrb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5701-5D6D-B9B7-1E00-CEC2BE4D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STUDENT DEPRESSION PREDICTION USING MACHINE LEARNING</a:t>
            </a:r>
            <a:endParaRPr lang="en-AU" dirty="0"/>
          </a:p>
        </p:txBody>
      </p:sp>
      <p:pic>
        <p:nvPicPr>
          <p:cNvPr id="5" name="Content Placeholder 4" descr="A person in a black hoodie&#10;&#10;AI-generated content may be incorrect.">
            <a:extLst>
              <a:ext uri="{FF2B5EF4-FFF2-40B4-BE49-F238E27FC236}">
                <a16:creationId xmlns:a16="http://schemas.microsoft.com/office/drawing/2014/main" id="{36DCB1F3-BFC3-8545-5F3F-83976497C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04560" y="1825625"/>
            <a:ext cx="778288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5CF216-2EB3-1511-B0FF-22AA17E7BC5E}"/>
              </a:ext>
            </a:extLst>
          </p:cNvPr>
          <p:cNvSpPr txBox="1"/>
          <p:nvPr/>
        </p:nvSpPr>
        <p:spPr>
          <a:xfrm>
            <a:off x="0" y="6127234"/>
            <a:ext cx="2929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Name: Sabina Giri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0870ED-AADB-10DD-4E41-23B9A54A283E}"/>
              </a:ext>
            </a:extLst>
          </p:cNvPr>
          <p:cNvSpPr txBox="1"/>
          <p:nvPr/>
        </p:nvSpPr>
        <p:spPr>
          <a:xfrm flipH="1">
            <a:off x="62144" y="6400800"/>
            <a:ext cx="2645544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ID : 25607843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4ABA2-C227-E43A-661B-5B4570F7C58D}"/>
              </a:ext>
            </a:extLst>
          </p:cNvPr>
          <p:cNvSpPr txBox="1"/>
          <p:nvPr/>
        </p:nvSpPr>
        <p:spPr>
          <a:xfrm>
            <a:off x="8202967" y="6311900"/>
            <a:ext cx="3604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 Data Analytics Algorithm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126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CABEA-8863-3DF9-A881-2791BA8F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OBJECTIVES</a:t>
            </a:r>
            <a:endParaRPr lang="en-AU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062E56-BADF-F504-65B5-CC7B8685CE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9189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038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17F71-65FC-F287-E223-8E632650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OVERVIEW 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826EA-586D-3D58-8D98-296EA2C64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Source : Student depression dataset from Kaggle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Academic and lifestyle variables with 27,898 records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Target: depression ( 0 = Not Depressed, 1 = Depressed)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Cleaned missing values and encoded categorical data </a:t>
            </a:r>
          </a:p>
        </p:txBody>
      </p:sp>
    </p:spTree>
    <p:extLst>
      <p:ext uri="{BB962C8B-B14F-4D97-AF65-F5344CB8AC3E}">
        <p14:creationId xmlns:p14="http://schemas.microsoft.com/office/powerpoint/2010/main" val="6126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41F8C-26D1-390D-1DF7-B15C379D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/>
              <a:t>IMPLEMENTATION OF MODEL</a:t>
            </a:r>
            <a:endParaRPr lang="en-AU" sz="2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E445B-BBCF-4940-CFBE-757704213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endParaRPr lang="en-US" sz="1800" dirty="0"/>
          </a:p>
          <a:p>
            <a:r>
              <a:rPr lang="en-US" sz="1800" dirty="0"/>
              <a:t>Logistic regression( base line model) </a:t>
            </a:r>
          </a:p>
          <a:p>
            <a:r>
              <a:rPr lang="en-US" sz="1800" dirty="0"/>
              <a:t>Decision Tree (interpretable rule-based model) </a:t>
            </a:r>
          </a:p>
          <a:p>
            <a:r>
              <a:rPr lang="en-US" sz="1800" dirty="0"/>
              <a:t>Random Forest (</a:t>
            </a:r>
            <a:r>
              <a:rPr lang="en-AU" sz="1800" dirty="0"/>
              <a:t>ensemble for better generalization)</a:t>
            </a:r>
            <a:r>
              <a:rPr lang="en-US" sz="1800" dirty="0"/>
              <a:t> </a:t>
            </a:r>
            <a:endParaRPr lang="en-AU" sz="18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D3700D-67F8-7E33-AB76-7FA85B2BC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217877"/>
            <a:ext cx="3584448" cy="2416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6FE1FD-4C07-DAB4-6C70-5CB26697E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3225706"/>
            <a:ext cx="3584448" cy="24008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60EAA0-E090-56AE-07ED-4D8DD5D3F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250354"/>
            <a:ext cx="3584448" cy="2351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63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01BF0-3EF5-9A16-AE34-A9F82593E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COMPPONENTS OF </a:t>
            </a:r>
            <a:r>
              <a:rPr lang="en-US" sz="3400" dirty="0">
                <a:solidFill>
                  <a:srgbClr val="FFFFFF"/>
                </a:solidFill>
              </a:rPr>
              <a:t>ML 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02801-5ECA-FA78-0CD6-788EF29B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9856" y="100740"/>
            <a:ext cx="7999096" cy="6076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1500" dirty="0"/>
          </a:p>
          <a:p>
            <a:pPr algn="l"/>
            <a:endParaRPr lang="en-US" sz="15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B92E76-6860-CA0F-2F2B-6F1024B2D722}"/>
              </a:ext>
            </a:extLst>
          </p:cNvPr>
          <p:cNvSpPr/>
          <p:nvPr/>
        </p:nvSpPr>
        <p:spPr>
          <a:xfrm>
            <a:off x="4359709" y="723400"/>
            <a:ext cx="2490542" cy="18561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Input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Academic Pressure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Financial Stress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CGPA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Sleep duration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Suicidal thoughts </a:t>
            </a:r>
          </a:p>
          <a:p>
            <a:pPr algn="ctr"/>
            <a:endParaRPr lang="en-AU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8CD1C-7D80-DB68-8ACC-D2CE43AFFD10}"/>
              </a:ext>
            </a:extLst>
          </p:cNvPr>
          <p:cNvSpPr/>
          <p:nvPr/>
        </p:nvSpPr>
        <p:spPr>
          <a:xfrm>
            <a:off x="7152873" y="969565"/>
            <a:ext cx="2053526" cy="1363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Output : Depression, where 0 not depressed </a:t>
            </a:r>
          </a:p>
          <a:p>
            <a:r>
              <a:rPr lang="en-US"/>
              <a:t>and1 depressed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458A4A-D871-7146-A826-759EC1ED1D9B}"/>
              </a:ext>
            </a:extLst>
          </p:cNvPr>
          <p:cNvSpPr/>
          <p:nvPr/>
        </p:nvSpPr>
        <p:spPr>
          <a:xfrm>
            <a:off x="9509021" y="723400"/>
            <a:ext cx="2490542" cy="17604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Model Algorithms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Logistic Regression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Decision Tree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Random Forest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E0C704-AC3D-7632-2671-D516320BBBAF}"/>
              </a:ext>
            </a:extLst>
          </p:cNvPr>
          <p:cNvSpPr/>
          <p:nvPr/>
        </p:nvSpPr>
        <p:spPr>
          <a:xfrm>
            <a:off x="4398595" y="2924760"/>
            <a:ext cx="3528788" cy="18564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Learning Process </a:t>
            </a:r>
          </a:p>
          <a:p>
            <a:r>
              <a:rPr lang="en-US" dirty="0"/>
              <a:t> (80% for training and 20% for testing) </a:t>
            </a:r>
          </a:p>
          <a:p>
            <a:r>
              <a:rPr lang="en-US" dirty="0"/>
              <a:t>During training, the model adjusts parameters to minimize error ( difference between predicted and actual labels)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1BE20-2D43-1442-5BA3-9EE3599FFD13}"/>
              </a:ext>
            </a:extLst>
          </p:cNvPr>
          <p:cNvSpPr/>
          <p:nvPr/>
        </p:nvSpPr>
        <p:spPr>
          <a:xfrm>
            <a:off x="8417363" y="3042925"/>
            <a:ext cx="2183316" cy="17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Evaluation metrics: Accuracy, Precision, Recall, F1-Score, ROC curve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7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B0CAB-9C7C-1262-308B-EDA24F50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Result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3CAC5364-5E92-8D2F-5F9E-D91DA4969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0767" y="640080"/>
            <a:ext cx="5781674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5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993F-F9F9-8F6C-3119-6118E370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Importance</a:t>
            </a:r>
            <a:br>
              <a:rPr lang="en-US"/>
            </a:b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38FAC4-A292-6C85-1505-C7D28EB1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8EFBDB-FEB1-BF75-C757-AD9A8FA92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14" y="1171034"/>
            <a:ext cx="10999678" cy="54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4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9A1BA-CA42-F866-D91C-12908E590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TECHNICAL CHALLENGES </a:t>
            </a:r>
            <a:endParaRPr lang="en-AU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6D79EC-9E58-951E-6B87-4822D210D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75223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413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9A56E-728B-D10B-C6F2-82D51B45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BENEFITS AND LIMITATION</a:t>
            </a:r>
            <a:endParaRPr lang="en-AU" sz="5400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8E6EF4-F412-9882-0437-C622FE0A09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42704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174BC-3CFA-3285-64DA-37FD936F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CONCLUSION</a:t>
            </a:r>
            <a:endParaRPr lang="en-AU" sz="4000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4F251B6E-F228-3629-2968-9176C74A6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06202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742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306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STUDENT DEPRESSION PREDICTION USING MACHINE LEARNING</vt:lpstr>
      <vt:lpstr>OBJECTIVES</vt:lpstr>
      <vt:lpstr>DATASET OVERVIEW </vt:lpstr>
      <vt:lpstr>IMPLEMENTATION OF MODEL</vt:lpstr>
      <vt:lpstr>KEY COMPPONENTS OF ML MODEL</vt:lpstr>
      <vt:lpstr>Model Result</vt:lpstr>
      <vt:lpstr>Feature Importance </vt:lpstr>
      <vt:lpstr>TECHNICAL CHALLENGES </vt:lpstr>
      <vt:lpstr>BENEFITS AND LIMITATION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Sabina Giri</dc:creator>
  <cp:lastModifiedBy>Sabina Giri</cp:lastModifiedBy>
  <cp:revision>3</cp:revision>
  <dcterms:created xsi:type="dcterms:W3CDTF">2025-10-12T22:15:25Z</dcterms:created>
  <dcterms:modified xsi:type="dcterms:W3CDTF">2025-10-13T05:00:14Z</dcterms:modified>
</cp:coreProperties>
</file>